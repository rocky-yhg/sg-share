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9CF"/>
    <a:srgbClr val="F6D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0547"/>
  </p:normalViewPr>
  <p:slideViewPr>
    <p:cSldViewPr snapToGrid="0" snapToObjects="1">
      <p:cViewPr>
        <p:scale>
          <a:sx n="50" d="100"/>
          <a:sy n="50" d="100"/>
        </p:scale>
        <p:origin x="3320" y="2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09528-D734-4C4F-81C1-1B7C576B82AE}" type="datetimeFigureOut">
              <a:rPr kumimoji="1" lang="zh-SG" altLang="en-US" smtClean="0"/>
              <a:t>19/07/26</a:t>
            </a:fld>
            <a:endParaRPr kumimoji="1"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849A1-822B-734D-B20B-60A487044D1B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61794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49A1-822B-734D-B20B-60A487044D1B}" type="slidenum">
              <a:rPr kumimoji="1" lang="zh-SG" altLang="en-US" smtClean="0"/>
              <a:t>1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40655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1588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96174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4726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8673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1091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41258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22201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46006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6054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96362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905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8AEEC-A2AB-0242-A599-4B2420A2CEA9}" type="datetimeFigureOut">
              <a:rPr kumimoji="1" lang="zh-SG" altLang="en-US" smtClean="0"/>
              <a:t>17/07/26</a:t>
            </a:fld>
            <a:endParaRPr kumimoji="1"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141D3-84AE-2445-8DB8-93190B305EA7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72150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圆角矩形 1649">
            <a:extLst>
              <a:ext uri="{FF2B5EF4-FFF2-40B4-BE49-F238E27FC236}">
                <a16:creationId xmlns:a16="http://schemas.microsoft.com/office/drawing/2014/main" id="{B43EE46F-1836-EE44-987B-ABE534C77929}"/>
              </a:ext>
            </a:extLst>
          </p:cNvPr>
          <p:cNvSpPr/>
          <p:nvPr/>
        </p:nvSpPr>
        <p:spPr>
          <a:xfrm>
            <a:off x="-3962400" y="-4648200"/>
            <a:ext cx="27457400" cy="10469548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656" name="圆角矩形 1655">
            <a:extLst>
              <a:ext uri="{FF2B5EF4-FFF2-40B4-BE49-F238E27FC236}">
                <a16:creationId xmlns:a16="http://schemas.microsoft.com/office/drawing/2014/main" id="{46CB9FDB-FC81-664E-80F2-5A3D43E3BD8E}"/>
              </a:ext>
            </a:extLst>
          </p:cNvPr>
          <p:cNvSpPr/>
          <p:nvPr/>
        </p:nvSpPr>
        <p:spPr>
          <a:xfrm>
            <a:off x="15720638" y="-3922147"/>
            <a:ext cx="4652108" cy="857646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655" name="圆角矩形 1654">
            <a:extLst>
              <a:ext uri="{FF2B5EF4-FFF2-40B4-BE49-F238E27FC236}">
                <a16:creationId xmlns:a16="http://schemas.microsoft.com/office/drawing/2014/main" id="{854D9E2C-30EC-C84A-B899-7E3387AD3F86}"/>
              </a:ext>
            </a:extLst>
          </p:cNvPr>
          <p:cNvSpPr/>
          <p:nvPr/>
        </p:nvSpPr>
        <p:spPr>
          <a:xfrm>
            <a:off x="-3824047" y="-3922147"/>
            <a:ext cx="19410095" cy="85764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grpSp>
        <p:nvGrpSpPr>
          <p:cNvPr id="1004" name="组合 1003">
            <a:extLst>
              <a:ext uri="{FF2B5EF4-FFF2-40B4-BE49-F238E27FC236}">
                <a16:creationId xmlns:a16="http://schemas.microsoft.com/office/drawing/2014/main" id="{892502B5-F018-D645-9569-231A0FD18A84}"/>
              </a:ext>
            </a:extLst>
          </p:cNvPr>
          <p:cNvGrpSpPr/>
          <p:nvPr/>
        </p:nvGrpSpPr>
        <p:grpSpPr>
          <a:xfrm>
            <a:off x="-3513508" y="-2409150"/>
            <a:ext cx="2963579" cy="5682280"/>
            <a:chOff x="-4032150" y="-1563023"/>
            <a:chExt cx="4281323" cy="7560116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0D7C51EA-147E-5044-BF50-E7673BF810DF}"/>
                </a:ext>
              </a:extLst>
            </p:cNvPr>
            <p:cNvSpPr/>
            <p:nvPr/>
          </p:nvSpPr>
          <p:spPr>
            <a:xfrm>
              <a:off x="-4026260" y="-1563023"/>
              <a:ext cx="4150584" cy="756011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sz="1126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6CAC44D-E4BC-0743-9117-325A001E4F1A}"/>
                    </a:ext>
                  </a:extLst>
                </p:cNvPr>
                <p:cNvSpPr txBox="1"/>
                <p:nvPr/>
              </p:nvSpPr>
              <p:spPr>
                <a:xfrm>
                  <a:off x="-4032150" y="-1384011"/>
                  <a:ext cx="4281323" cy="1491731"/>
                </a:xfrm>
                <a:prstGeom prst="rect">
                  <a:avLst/>
                </a:prstGeom>
                <a:noFill/>
                <a:ln w="317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SG" sz="3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Shared</a:t>
                  </a:r>
                  <a:r>
                    <a:rPr kumimoji="1" lang="zh-CN" altLang="en-US" sz="3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3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Backbone</a:t>
                  </a:r>
                  <a:r>
                    <a:rPr kumimoji="1" lang="zh-CN" altLang="en-US" sz="3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SG" sz="3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SG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1" lang="en-US" altLang="zh-SG" sz="3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kumimoji="1" lang="en-US" altLang="zh-SG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SG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SG" sz="3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a14:m>
                  <a:r>
                    <a:rPr kumimoji="1" lang="zh-CN" altLang="en-US" sz="3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zh-SG" alt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6CAC44D-E4BC-0743-9117-325A001E4F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032150" y="-1384011"/>
                  <a:ext cx="4281323" cy="1491731"/>
                </a:xfrm>
                <a:prstGeom prst="rect">
                  <a:avLst/>
                </a:prstGeom>
                <a:blipFill>
                  <a:blip r:embed="rId3"/>
                  <a:stretch>
                    <a:fillRect l="-1282" t="-6667" b="-14444"/>
                  </a:stretch>
                </a:blipFill>
                <a:ln w="31750">
                  <a:noFill/>
                </a:ln>
              </p:spPr>
              <p:txBody>
                <a:bodyPr/>
                <a:lstStyle/>
                <a:p>
                  <a:r>
                    <a:rPr lang="zh-SG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1EB6E7A9-1053-1C42-92E1-191DBB0A35C2}"/>
                </a:ext>
              </a:extLst>
            </p:cNvPr>
            <p:cNvGrpSpPr/>
            <p:nvPr/>
          </p:nvGrpSpPr>
          <p:grpSpPr>
            <a:xfrm>
              <a:off x="-3533000" y="115135"/>
              <a:ext cx="3089639" cy="5374488"/>
              <a:chOff x="1291436" y="1408499"/>
              <a:chExt cx="1037077" cy="1686761"/>
            </a:xfrm>
          </p:grpSpPr>
          <p:grpSp>
            <p:nvGrpSpPr>
              <p:cNvPr id="132" name="组合 131">
                <a:extLst>
                  <a:ext uri="{FF2B5EF4-FFF2-40B4-BE49-F238E27FC236}">
                    <a16:creationId xmlns:a16="http://schemas.microsoft.com/office/drawing/2014/main" id="{449C87D4-7DFE-1443-B213-F36D175B5976}"/>
                  </a:ext>
                </a:extLst>
              </p:cNvPr>
              <p:cNvGrpSpPr/>
              <p:nvPr/>
            </p:nvGrpSpPr>
            <p:grpSpPr>
              <a:xfrm>
                <a:off x="1291436" y="1408499"/>
                <a:ext cx="223779" cy="1686761"/>
                <a:chOff x="1466124" y="1395797"/>
                <a:chExt cx="223779" cy="1686761"/>
              </a:xfrm>
            </p:grpSpPr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709D7A61-EEBC-7B4F-918C-5347F0AC0628}"/>
                    </a:ext>
                  </a:extLst>
                </p:cNvPr>
                <p:cNvSpPr/>
                <p:nvPr/>
              </p:nvSpPr>
              <p:spPr>
                <a:xfrm>
                  <a:off x="1468051" y="1395797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32234967-6114-1A4F-92C6-BE10A066AC98}"/>
                    </a:ext>
                  </a:extLst>
                </p:cNvPr>
                <p:cNvSpPr/>
                <p:nvPr/>
              </p:nvSpPr>
              <p:spPr>
                <a:xfrm>
                  <a:off x="1466125" y="1759352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AD44F832-40A5-DC43-9303-CE1E6125327B}"/>
                    </a:ext>
                  </a:extLst>
                </p:cNvPr>
                <p:cNvSpPr/>
                <p:nvPr/>
              </p:nvSpPr>
              <p:spPr>
                <a:xfrm>
                  <a:off x="1469986" y="2142364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52FEDC89-35FB-4E48-BCD1-3F035723BED2}"/>
                    </a:ext>
                  </a:extLst>
                </p:cNvPr>
                <p:cNvSpPr/>
                <p:nvPr/>
              </p:nvSpPr>
              <p:spPr>
                <a:xfrm>
                  <a:off x="1466124" y="2869474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62" name="组合 161">
                  <a:extLst>
                    <a:ext uri="{FF2B5EF4-FFF2-40B4-BE49-F238E27FC236}">
                      <a16:creationId xmlns:a16="http://schemas.microsoft.com/office/drawing/2014/main" id="{C070726B-AFAF-D74C-AF7C-469CAE1BDFFF}"/>
                    </a:ext>
                  </a:extLst>
                </p:cNvPr>
                <p:cNvGrpSpPr/>
                <p:nvPr/>
              </p:nvGrpSpPr>
              <p:grpSpPr>
                <a:xfrm>
                  <a:off x="1547145" y="2431400"/>
                  <a:ext cx="57874" cy="374248"/>
                  <a:chOff x="3750197" y="2465408"/>
                  <a:chExt cx="57874" cy="374248"/>
                </a:xfrm>
              </p:grpSpPr>
              <p:sp>
                <p:nvSpPr>
                  <p:cNvPr id="163" name="椭圆 162">
                    <a:extLst>
                      <a:ext uri="{FF2B5EF4-FFF2-40B4-BE49-F238E27FC236}">
                        <a16:creationId xmlns:a16="http://schemas.microsoft.com/office/drawing/2014/main" id="{2DE20B12-EC69-0848-B7D2-7B8ACD3EEDE4}"/>
                      </a:ext>
                    </a:extLst>
                  </p:cNvPr>
                  <p:cNvSpPr/>
                  <p:nvPr/>
                </p:nvSpPr>
                <p:spPr>
                  <a:xfrm>
                    <a:off x="3750197" y="24654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  <p:sp>
                <p:nvSpPr>
                  <p:cNvPr id="164" name="椭圆 163">
                    <a:extLst>
                      <a:ext uri="{FF2B5EF4-FFF2-40B4-BE49-F238E27FC236}">
                        <a16:creationId xmlns:a16="http://schemas.microsoft.com/office/drawing/2014/main" id="{B4B81FAD-D191-D240-AA49-AF62CE61BDC9}"/>
                      </a:ext>
                    </a:extLst>
                  </p:cNvPr>
                  <p:cNvSpPr/>
                  <p:nvPr/>
                </p:nvSpPr>
                <p:spPr>
                  <a:xfrm>
                    <a:off x="3750197" y="26178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  <p:sp>
                <p:nvSpPr>
                  <p:cNvPr id="165" name="椭圆 164">
                    <a:extLst>
                      <a:ext uri="{FF2B5EF4-FFF2-40B4-BE49-F238E27FC236}">
                        <a16:creationId xmlns:a16="http://schemas.microsoft.com/office/drawing/2014/main" id="{549ED207-8411-FC43-BAF8-19578024A366}"/>
                      </a:ext>
                    </a:extLst>
                  </p:cNvPr>
                  <p:cNvSpPr/>
                  <p:nvPr/>
                </p:nvSpPr>
                <p:spPr>
                  <a:xfrm>
                    <a:off x="3750197" y="27702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</p:grpSp>
          </p:grp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9674E1FB-74E8-C84E-8FC9-E03B24E02CC1}"/>
                  </a:ext>
                </a:extLst>
              </p:cNvPr>
              <p:cNvGrpSpPr/>
              <p:nvPr/>
            </p:nvGrpSpPr>
            <p:grpSpPr>
              <a:xfrm>
                <a:off x="2102600" y="1408499"/>
                <a:ext cx="225913" cy="1685729"/>
                <a:chOff x="2056434" y="1395797"/>
                <a:chExt cx="225913" cy="1685729"/>
              </a:xfrm>
            </p:grpSpPr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8B05AC8A-E78E-9D45-9B41-8FE62337B0D6}"/>
                    </a:ext>
                  </a:extLst>
                </p:cNvPr>
                <p:cNvSpPr/>
                <p:nvPr/>
              </p:nvSpPr>
              <p:spPr>
                <a:xfrm>
                  <a:off x="2056434" y="1395797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54118D0E-42E2-2C4C-A776-B8E09FDA64D2}"/>
                    </a:ext>
                  </a:extLst>
                </p:cNvPr>
                <p:cNvSpPr/>
                <p:nvPr/>
              </p:nvSpPr>
              <p:spPr>
                <a:xfrm>
                  <a:off x="2062430" y="1759351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11830850-90EE-E74B-A1EF-EDE7FE40EBF9}"/>
                    </a:ext>
                  </a:extLst>
                </p:cNvPr>
                <p:cNvSpPr/>
                <p:nvPr/>
              </p:nvSpPr>
              <p:spPr>
                <a:xfrm>
                  <a:off x="2056434" y="2138504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CC5201E7-971A-5B4A-9518-3D1C8F8B352D}"/>
                    </a:ext>
                  </a:extLst>
                </p:cNvPr>
                <p:cNvSpPr/>
                <p:nvPr/>
              </p:nvSpPr>
              <p:spPr>
                <a:xfrm>
                  <a:off x="2057360" y="2868442"/>
                  <a:ext cx="219917" cy="213084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54" name="组合 153">
                  <a:extLst>
                    <a:ext uri="{FF2B5EF4-FFF2-40B4-BE49-F238E27FC236}">
                      <a16:creationId xmlns:a16="http://schemas.microsoft.com/office/drawing/2014/main" id="{3AF0842F-AD3B-314B-8EF2-3C60A896D332}"/>
                    </a:ext>
                  </a:extLst>
                </p:cNvPr>
                <p:cNvGrpSpPr/>
                <p:nvPr/>
              </p:nvGrpSpPr>
              <p:grpSpPr>
                <a:xfrm>
                  <a:off x="2137455" y="2431400"/>
                  <a:ext cx="57874" cy="374248"/>
                  <a:chOff x="3750197" y="2465408"/>
                  <a:chExt cx="57874" cy="374248"/>
                </a:xfrm>
              </p:grpSpPr>
              <p:sp>
                <p:nvSpPr>
                  <p:cNvPr id="155" name="椭圆 154">
                    <a:extLst>
                      <a:ext uri="{FF2B5EF4-FFF2-40B4-BE49-F238E27FC236}">
                        <a16:creationId xmlns:a16="http://schemas.microsoft.com/office/drawing/2014/main" id="{48F0ADA4-9896-F845-841A-7691FD01604D}"/>
                      </a:ext>
                    </a:extLst>
                  </p:cNvPr>
                  <p:cNvSpPr/>
                  <p:nvPr/>
                </p:nvSpPr>
                <p:spPr>
                  <a:xfrm>
                    <a:off x="3750197" y="24654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  <p:sp>
                <p:nvSpPr>
                  <p:cNvPr id="156" name="椭圆 155">
                    <a:extLst>
                      <a:ext uri="{FF2B5EF4-FFF2-40B4-BE49-F238E27FC236}">
                        <a16:creationId xmlns:a16="http://schemas.microsoft.com/office/drawing/2014/main" id="{7E721B0B-2D8F-0041-88E5-36DA8023CC64}"/>
                      </a:ext>
                    </a:extLst>
                  </p:cNvPr>
                  <p:cNvSpPr/>
                  <p:nvPr/>
                </p:nvSpPr>
                <p:spPr>
                  <a:xfrm>
                    <a:off x="3750197" y="26178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  <p:sp>
                <p:nvSpPr>
                  <p:cNvPr id="157" name="椭圆 156">
                    <a:extLst>
                      <a:ext uri="{FF2B5EF4-FFF2-40B4-BE49-F238E27FC236}">
                        <a16:creationId xmlns:a16="http://schemas.microsoft.com/office/drawing/2014/main" id="{20C3BD50-084F-E64C-855D-8082D719A177}"/>
                      </a:ext>
                    </a:extLst>
                  </p:cNvPr>
                  <p:cNvSpPr/>
                  <p:nvPr/>
                </p:nvSpPr>
                <p:spPr>
                  <a:xfrm>
                    <a:off x="3750197" y="2770208"/>
                    <a:ext cx="57874" cy="6944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SG" altLang="en-US" sz="1126"/>
                  </a:p>
                </p:txBody>
              </p:sp>
            </p:grpSp>
          </p:grp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4F9DB7E1-F093-DE43-B737-547DB8F47BF7}"/>
                  </a:ext>
                </a:extLst>
              </p:cNvPr>
              <p:cNvCxnSpPr>
                <a:stCxn id="158" idx="6"/>
                <a:endCxn id="150" idx="2"/>
              </p:cNvCxnSpPr>
              <p:nvPr/>
            </p:nvCxnSpPr>
            <p:spPr>
              <a:xfrm>
                <a:off x="1513280" y="1515041"/>
                <a:ext cx="589320" cy="0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FE704088-5BD8-394B-AAB3-3C27E0671C08}"/>
                  </a:ext>
                </a:extLst>
              </p:cNvPr>
              <p:cNvCxnSpPr>
                <a:stCxn id="158" idx="6"/>
                <a:endCxn id="151" idx="2"/>
              </p:cNvCxnSpPr>
              <p:nvPr/>
            </p:nvCxnSpPr>
            <p:spPr>
              <a:xfrm>
                <a:off x="1513280" y="1515041"/>
                <a:ext cx="595316" cy="363554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线连接符 135">
                <a:extLst>
                  <a:ext uri="{FF2B5EF4-FFF2-40B4-BE49-F238E27FC236}">
                    <a16:creationId xmlns:a16="http://schemas.microsoft.com/office/drawing/2014/main" id="{353A5601-89AE-8A43-AFF7-7B4D841E8070}"/>
                  </a:ext>
                </a:extLst>
              </p:cNvPr>
              <p:cNvCxnSpPr>
                <a:cxnSpLocks/>
                <a:stCxn id="158" idx="6"/>
                <a:endCxn id="152" idx="2"/>
              </p:cNvCxnSpPr>
              <p:nvPr/>
            </p:nvCxnSpPr>
            <p:spPr>
              <a:xfrm>
                <a:off x="1513280" y="1515041"/>
                <a:ext cx="589320" cy="742707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线连接符 136">
                <a:extLst>
                  <a:ext uri="{FF2B5EF4-FFF2-40B4-BE49-F238E27FC236}">
                    <a16:creationId xmlns:a16="http://schemas.microsoft.com/office/drawing/2014/main" id="{41983DBF-ACC2-034C-9544-227664D83890}"/>
                  </a:ext>
                </a:extLst>
              </p:cNvPr>
              <p:cNvCxnSpPr>
                <a:cxnSpLocks/>
                <a:stCxn id="158" idx="6"/>
                <a:endCxn id="153" idx="2"/>
              </p:cNvCxnSpPr>
              <p:nvPr/>
            </p:nvCxnSpPr>
            <p:spPr>
              <a:xfrm>
                <a:off x="1513280" y="1515041"/>
                <a:ext cx="590246" cy="1472645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线连接符 137">
                <a:extLst>
                  <a:ext uri="{FF2B5EF4-FFF2-40B4-BE49-F238E27FC236}">
                    <a16:creationId xmlns:a16="http://schemas.microsoft.com/office/drawing/2014/main" id="{80B4D730-EDE8-114A-991C-7A7ABF03DE1B}"/>
                  </a:ext>
                </a:extLst>
              </p:cNvPr>
              <p:cNvCxnSpPr>
                <a:cxnSpLocks/>
                <a:stCxn id="159" idx="6"/>
                <a:endCxn id="150" idx="2"/>
              </p:cNvCxnSpPr>
              <p:nvPr/>
            </p:nvCxnSpPr>
            <p:spPr>
              <a:xfrm flipV="1">
                <a:off x="1511354" y="1515041"/>
                <a:ext cx="591246" cy="363555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B71278BF-4044-C044-9B3A-908752D70C4D}"/>
                  </a:ext>
                </a:extLst>
              </p:cNvPr>
              <p:cNvCxnSpPr>
                <a:cxnSpLocks/>
                <a:stCxn id="159" idx="6"/>
                <a:endCxn id="151" idx="2"/>
              </p:cNvCxnSpPr>
              <p:nvPr/>
            </p:nvCxnSpPr>
            <p:spPr>
              <a:xfrm flipV="1">
                <a:off x="1511354" y="1878595"/>
                <a:ext cx="597242" cy="1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5861AE6D-2878-1442-98CC-E1C82F75B986}"/>
                  </a:ext>
                </a:extLst>
              </p:cNvPr>
              <p:cNvCxnSpPr>
                <a:cxnSpLocks/>
                <a:stCxn id="159" idx="6"/>
                <a:endCxn id="152" idx="2"/>
              </p:cNvCxnSpPr>
              <p:nvPr/>
            </p:nvCxnSpPr>
            <p:spPr>
              <a:xfrm>
                <a:off x="1511354" y="1878596"/>
                <a:ext cx="591246" cy="379152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0DDE7CC0-8691-904D-BF2F-278C9B0CC574}"/>
                  </a:ext>
                </a:extLst>
              </p:cNvPr>
              <p:cNvCxnSpPr>
                <a:stCxn id="160" idx="6"/>
                <a:endCxn id="152" idx="2"/>
              </p:cNvCxnSpPr>
              <p:nvPr/>
            </p:nvCxnSpPr>
            <p:spPr>
              <a:xfrm flipV="1">
                <a:off x="1515215" y="2257748"/>
                <a:ext cx="587385" cy="3860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线连接符 141">
                <a:extLst>
                  <a:ext uri="{FF2B5EF4-FFF2-40B4-BE49-F238E27FC236}">
                    <a16:creationId xmlns:a16="http://schemas.microsoft.com/office/drawing/2014/main" id="{ABF67D2E-8E96-0147-926C-50D700DC9B89}"/>
                  </a:ext>
                </a:extLst>
              </p:cNvPr>
              <p:cNvCxnSpPr>
                <a:stCxn id="159" idx="6"/>
                <a:endCxn id="153" idx="2"/>
              </p:cNvCxnSpPr>
              <p:nvPr/>
            </p:nvCxnSpPr>
            <p:spPr>
              <a:xfrm>
                <a:off x="1511354" y="1878596"/>
                <a:ext cx="592172" cy="1109090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连接符 142">
                <a:extLst>
                  <a:ext uri="{FF2B5EF4-FFF2-40B4-BE49-F238E27FC236}">
                    <a16:creationId xmlns:a16="http://schemas.microsoft.com/office/drawing/2014/main" id="{F8F7D61E-6D29-9249-8119-CA4473C9BAD7}"/>
                  </a:ext>
                </a:extLst>
              </p:cNvPr>
              <p:cNvCxnSpPr>
                <a:cxnSpLocks/>
                <a:stCxn id="160" idx="6"/>
                <a:endCxn id="150" idx="2"/>
              </p:cNvCxnSpPr>
              <p:nvPr/>
            </p:nvCxnSpPr>
            <p:spPr>
              <a:xfrm flipV="1">
                <a:off x="1515215" y="1515041"/>
                <a:ext cx="587385" cy="746567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99B76F46-6453-0B4E-B382-3FDA679B9AFF}"/>
                  </a:ext>
                </a:extLst>
              </p:cNvPr>
              <p:cNvCxnSpPr>
                <a:cxnSpLocks/>
                <a:stCxn id="160" idx="6"/>
                <a:endCxn id="151" idx="2"/>
              </p:cNvCxnSpPr>
              <p:nvPr/>
            </p:nvCxnSpPr>
            <p:spPr>
              <a:xfrm flipV="1">
                <a:off x="1515215" y="1878595"/>
                <a:ext cx="593381" cy="383013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5021A30A-9A07-B74A-A1D3-89AAFF28A49D}"/>
                  </a:ext>
                </a:extLst>
              </p:cNvPr>
              <p:cNvCxnSpPr>
                <a:stCxn id="160" idx="6"/>
                <a:endCxn id="153" idx="2"/>
              </p:cNvCxnSpPr>
              <p:nvPr/>
            </p:nvCxnSpPr>
            <p:spPr>
              <a:xfrm>
                <a:off x="1515215" y="2261608"/>
                <a:ext cx="588311" cy="726078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18B7F0E0-0775-FE4E-AAA3-46ADEBFF679F}"/>
                  </a:ext>
                </a:extLst>
              </p:cNvPr>
              <p:cNvCxnSpPr>
                <a:cxnSpLocks/>
                <a:stCxn id="161" idx="6"/>
                <a:endCxn id="152" idx="2"/>
              </p:cNvCxnSpPr>
              <p:nvPr/>
            </p:nvCxnSpPr>
            <p:spPr>
              <a:xfrm flipV="1">
                <a:off x="1511353" y="2257748"/>
                <a:ext cx="591247" cy="730970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线连接符 146">
                <a:extLst>
                  <a:ext uri="{FF2B5EF4-FFF2-40B4-BE49-F238E27FC236}">
                    <a16:creationId xmlns:a16="http://schemas.microsoft.com/office/drawing/2014/main" id="{F99A6F1A-4200-4B4D-9B96-D7EA89E62607}"/>
                  </a:ext>
                </a:extLst>
              </p:cNvPr>
              <p:cNvCxnSpPr>
                <a:cxnSpLocks/>
                <a:stCxn id="161" idx="6"/>
                <a:endCxn id="150" idx="2"/>
              </p:cNvCxnSpPr>
              <p:nvPr/>
            </p:nvCxnSpPr>
            <p:spPr>
              <a:xfrm flipV="1">
                <a:off x="1511353" y="1515041"/>
                <a:ext cx="591247" cy="1473677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连接符 147">
                <a:extLst>
                  <a:ext uri="{FF2B5EF4-FFF2-40B4-BE49-F238E27FC236}">
                    <a16:creationId xmlns:a16="http://schemas.microsoft.com/office/drawing/2014/main" id="{AABC4689-B108-BC4A-BF46-869141A965BC}"/>
                  </a:ext>
                </a:extLst>
              </p:cNvPr>
              <p:cNvCxnSpPr>
                <a:cxnSpLocks/>
                <a:stCxn id="161" idx="6"/>
                <a:endCxn id="151" idx="2"/>
              </p:cNvCxnSpPr>
              <p:nvPr/>
            </p:nvCxnSpPr>
            <p:spPr>
              <a:xfrm flipV="1">
                <a:off x="1511353" y="1878595"/>
                <a:ext cx="597243" cy="1110123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线连接符 148">
                <a:extLst>
                  <a:ext uri="{FF2B5EF4-FFF2-40B4-BE49-F238E27FC236}">
                    <a16:creationId xmlns:a16="http://schemas.microsoft.com/office/drawing/2014/main" id="{DC4232E5-EE74-6C4C-9B3E-D4FC1A29C997}"/>
                  </a:ext>
                </a:extLst>
              </p:cNvPr>
              <p:cNvCxnSpPr>
                <a:cxnSpLocks/>
                <a:stCxn id="161" idx="6"/>
                <a:endCxn id="153" idx="2"/>
              </p:cNvCxnSpPr>
              <p:nvPr/>
            </p:nvCxnSpPr>
            <p:spPr>
              <a:xfrm flipV="1">
                <a:off x="1511353" y="2987686"/>
                <a:ext cx="592173" cy="1032"/>
              </a:xfrm>
              <a:prstGeom prst="line">
                <a:avLst/>
              </a:prstGeom>
              <a:ln w="127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4" name="圆角矩形 943">
            <a:extLst>
              <a:ext uri="{FF2B5EF4-FFF2-40B4-BE49-F238E27FC236}">
                <a16:creationId xmlns:a16="http://schemas.microsoft.com/office/drawing/2014/main" id="{94F08986-C793-8245-940B-1B1A462D5B65}"/>
              </a:ext>
            </a:extLst>
          </p:cNvPr>
          <p:cNvSpPr/>
          <p:nvPr/>
        </p:nvSpPr>
        <p:spPr>
          <a:xfrm>
            <a:off x="-16338293" y="9495228"/>
            <a:ext cx="13031356" cy="1160149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grpSp>
        <p:nvGrpSpPr>
          <p:cNvPr id="1091" name="组合 1090">
            <a:extLst>
              <a:ext uri="{FF2B5EF4-FFF2-40B4-BE49-F238E27FC236}">
                <a16:creationId xmlns:a16="http://schemas.microsoft.com/office/drawing/2014/main" id="{A23C5B65-73F8-E748-BB07-296BCEF4DE6F}"/>
              </a:ext>
            </a:extLst>
          </p:cNvPr>
          <p:cNvGrpSpPr/>
          <p:nvPr/>
        </p:nvGrpSpPr>
        <p:grpSpPr>
          <a:xfrm>
            <a:off x="12722140" y="-2409150"/>
            <a:ext cx="2553564" cy="6688718"/>
            <a:chOff x="11298863" y="-282313"/>
            <a:chExt cx="2712946" cy="7670811"/>
          </a:xfrm>
        </p:grpSpPr>
        <p:sp>
          <p:nvSpPr>
            <p:cNvPr id="954" name="圆角矩形 953">
              <a:extLst>
                <a:ext uri="{FF2B5EF4-FFF2-40B4-BE49-F238E27FC236}">
                  <a16:creationId xmlns:a16="http://schemas.microsoft.com/office/drawing/2014/main" id="{8293F1AE-2E0D-8440-B944-815B3223B979}"/>
                </a:ext>
              </a:extLst>
            </p:cNvPr>
            <p:cNvSpPr/>
            <p:nvPr/>
          </p:nvSpPr>
          <p:spPr>
            <a:xfrm>
              <a:off x="11355454" y="-282313"/>
              <a:ext cx="2537090" cy="767081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dirty="0"/>
            </a:p>
          </p:txBody>
        </p:sp>
        <p:grpSp>
          <p:nvGrpSpPr>
            <p:cNvPr id="1088" name="组合 1087">
              <a:extLst>
                <a:ext uri="{FF2B5EF4-FFF2-40B4-BE49-F238E27FC236}">
                  <a16:creationId xmlns:a16="http://schemas.microsoft.com/office/drawing/2014/main" id="{E51DA469-C4A3-8A4E-A335-D4B680283FBF}"/>
                </a:ext>
              </a:extLst>
            </p:cNvPr>
            <p:cNvGrpSpPr/>
            <p:nvPr/>
          </p:nvGrpSpPr>
          <p:grpSpPr>
            <a:xfrm>
              <a:off x="11532766" y="1197938"/>
              <a:ext cx="2300759" cy="1564348"/>
              <a:chOff x="9312882" y="-4208080"/>
              <a:chExt cx="2300759" cy="1564348"/>
            </a:xfrm>
          </p:grpSpPr>
          <p:sp>
            <p:nvSpPr>
              <p:cNvPr id="961" name="椭圆 960">
                <a:extLst>
                  <a:ext uri="{FF2B5EF4-FFF2-40B4-BE49-F238E27FC236}">
                    <a16:creationId xmlns:a16="http://schemas.microsoft.com/office/drawing/2014/main" id="{2E794B1B-3385-6B4E-8A67-871AD737674F}"/>
                  </a:ext>
                </a:extLst>
              </p:cNvPr>
              <p:cNvSpPr/>
              <p:nvPr/>
            </p:nvSpPr>
            <p:spPr>
              <a:xfrm rot="1560000">
                <a:off x="9312882" y="-4208080"/>
                <a:ext cx="2300759" cy="156434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 dirty="0"/>
              </a:p>
            </p:txBody>
          </p:sp>
          <p:grpSp>
            <p:nvGrpSpPr>
              <p:cNvPr id="1085" name="组合 1084">
                <a:extLst>
                  <a:ext uri="{FF2B5EF4-FFF2-40B4-BE49-F238E27FC236}">
                    <a16:creationId xmlns:a16="http://schemas.microsoft.com/office/drawing/2014/main" id="{F1E8A988-BCE9-D744-BEC6-403EA37FC7B3}"/>
                  </a:ext>
                </a:extLst>
              </p:cNvPr>
              <p:cNvGrpSpPr/>
              <p:nvPr/>
            </p:nvGrpSpPr>
            <p:grpSpPr>
              <a:xfrm>
                <a:off x="9583441" y="-4103139"/>
                <a:ext cx="1767081" cy="1299333"/>
                <a:chOff x="9583441" y="-4103139"/>
                <a:chExt cx="1767081" cy="1299333"/>
              </a:xfrm>
            </p:grpSpPr>
            <p:cxnSp>
              <p:nvCxnSpPr>
                <p:cNvPr id="965" name="直线箭头连接符 964">
                  <a:extLst>
                    <a:ext uri="{FF2B5EF4-FFF2-40B4-BE49-F238E27FC236}">
                      <a16:creationId xmlns:a16="http://schemas.microsoft.com/office/drawing/2014/main" id="{0F8A0C8C-9C16-2641-8841-C73DBE46F9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83441" y="-4103139"/>
                  <a:ext cx="1646245" cy="909358"/>
                </a:xfrm>
                <a:prstGeom prst="straightConnector1">
                  <a:avLst/>
                </a:prstGeom>
                <a:ln w="50800">
                  <a:solidFill>
                    <a:schemeClr val="accent4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8" name="直线箭头连接符 967">
                  <a:extLst>
                    <a:ext uri="{FF2B5EF4-FFF2-40B4-BE49-F238E27FC236}">
                      <a16:creationId xmlns:a16="http://schemas.microsoft.com/office/drawing/2014/main" id="{CBDFE621-099F-2147-AC67-9FD621A4F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3523" y="-3978552"/>
                  <a:ext cx="456749" cy="0"/>
                </a:xfrm>
                <a:prstGeom prst="straightConnector1">
                  <a:avLst/>
                </a:prstGeom>
                <a:ln w="254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1" name="直线箭头连接符 970">
                  <a:extLst>
                    <a:ext uri="{FF2B5EF4-FFF2-40B4-BE49-F238E27FC236}">
                      <a16:creationId xmlns:a16="http://schemas.microsoft.com/office/drawing/2014/main" id="{BE5346C1-D7A4-6245-BED2-357D684194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98209" y="-3758670"/>
                  <a:ext cx="172262" cy="406969"/>
                </a:xfrm>
                <a:prstGeom prst="straightConnector1">
                  <a:avLst/>
                </a:prstGeom>
                <a:ln w="254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3" name="直线箭头连接符 972">
                  <a:extLst>
                    <a:ext uri="{FF2B5EF4-FFF2-40B4-BE49-F238E27FC236}">
                      <a16:creationId xmlns:a16="http://schemas.microsoft.com/office/drawing/2014/main" id="{B376C293-7588-594A-8B16-890361B347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50471" y="-3663415"/>
                  <a:ext cx="439118" cy="76072"/>
                </a:xfrm>
                <a:prstGeom prst="straightConnector1">
                  <a:avLst/>
                </a:prstGeom>
                <a:ln w="254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5" name="直线箭头连接符 974">
                  <a:extLst>
                    <a:ext uri="{FF2B5EF4-FFF2-40B4-BE49-F238E27FC236}">
                      <a16:creationId xmlns:a16="http://schemas.microsoft.com/office/drawing/2014/main" id="{4EF0BEF7-0B54-8C45-9816-E8EF8F410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5871" y="-3555186"/>
                  <a:ext cx="304918" cy="355635"/>
                </a:xfrm>
                <a:prstGeom prst="straightConnector1">
                  <a:avLst/>
                </a:prstGeom>
                <a:ln w="254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7" name="文本框 976">
                  <a:extLst>
                    <a:ext uri="{FF2B5EF4-FFF2-40B4-BE49-F238E27FC236}">
                      <a16:creationId xmlns:a16="http://schemas.microsoft.com/office/drawing/2014/main" id="{165F28E9-B466-0341-AE7A-91588621968B}"/>
                    </a:ext>
                  </a:extLst>
                </p:cNvPr>
                <p:cNvSpPr txBox="1"/>
                <p:nvPr/>
              </p:nvSpPr>
              <p:spPr>
                <a:xfrm>
                  <a:off x="10662901" y="-3385861"/>
                  <a:ext cx="687621" cy="582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kumimoji="1" lang="en-US" altLang="zh-CN" sz="2400" b="1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1" lang="zh-SG" altLang="en-US" sz="24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090" name="组合 1089">
              <a:extLst>
                <a:ext uri="{FF2B5EF4-FFF2-40B4-BE49-F238E27FC236}">
                  <a16:creationId xmlns:a16="http://schemas.microsoft.com/office/drawing/2014/main" id="{EA0F250C-7BBC-5D4E-B3BC-F39393E914D4}"/>
                </a:ext>
              </a:extLst>
            </p:cNvPr>
            <p:cNvGrpSpPr/>
            <p:nvPr/>
          </p:nvGrpSpPr>
          <p:grpSpPr>
            <a:xfrm>
              <a:off x="11639778" y="5115787"/>
              <a:ext cx="2300759" cy="1564348"/>
              <a:chOff x="14011082" y="-4326109"/>
              <a:chExt cx="2300759" cy="1564348"/>
            </a:xfrm>
          </p:grpSpPr>
          <p:sp>
            <p:nvSpPr>
              <p:cNvPr id="981" name="椭圆 980">
                <a:extLst>
                  <a:ext uri="{FF2B5EF4-FFF2-40B4-BE49-F238E27FC236}">
                    <a16:creationId xmlns:a16="http://schemas.microsoft.com/office/drawing/2014/main" id="{DFC8AC43-EC48-A44D-AEDE-6EA925701EFF}"/>
                  </a:ext>
                </a:extLst>
              </p:cNvPr>
              <p:cNvSpPr/>
              <p:nvPr/>
            </p:nvSpPr>
            <p:spPr>
              <a:xfrm rot="1620000">
                <a:off x="14011082" y="-4326109"/>
                <a:ext cx="2300759" cy="156434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 dirty="0"/>
              </a:p>
            </p:txBody>
          </p:sp>
          <p:grpSp>
            <p:nvGrpSpPr>
              <p:cNvPr id="1087" name="组合 1086">
                <a:extLst>
                  <a:ext uri="{FF2B5EF4-FFF2-40B4-BE49-F238E27FC236}">
                    <a16:creationId xmlns:a16="http://schemas.microsoft.com/office/drawing/2014/main" id="{8397963A-FF7B-8B41-BCF5-C71A723430E6}"/>
                  </a:ext>
                </a:extLst>
              </p:cNvPr>
              <p:cNvGrpSpPr/>
              <p:nvPr/>
            </p:nvGrpSpPr>
            <p:grpSpPr>
              <a:xfrm>
                <a:off x="14260788" y="-4041715"/>
                <a:ext cx="2002133" cy="1030727"/>
                <a:chOff x="14161412" y="-3961686"/>
                <a:chExt cx="2002133" cy="1030727"/>
              </a:xfrm>
            </p:grpSpPr>
            <p:cxnSp>
              <p:nvCxnSpPr>
                <p:cNvPr id="982" name="直线箭头连接符 981">
                  <a:extLst>
                    <a:ext uri="{FF2B5EF4-FFF2-40B4-BE49-F238E27FC236}">
                      <a16:creationId xmlns:a16="http://schemas.microsoft.com/office/drawing/2014/main" id="{F2D00297-0833-4B4E-AA4D-4129165D19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61412" y="-3843837"/>
                  <a:ext cx="1817339" cy="484084"/>
                </a:xfrm>
                <a:prstGeom prst="straightConnector1">
                  <a:avLst/>
                </a:prstGeom>
                <a:ln w="508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直线箭头连接符 982">
                  <a:extLst>
                    <a:ext uri="{FF2B5EF4-FFF2-40B4-BE49-F238E27FC236}">
                      <a16:creationId xmlns:a16="http://schemas.microsoft.com/office/drawing/2014/main" id="{27A51236-DCED-9C45-BE2D-7B7535CB4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05890" y="-3961686"/>
                  <a:ext cx="443181" cy="110498"/>
                </a:xfrm>
                <a:prstGeom prst="straightConnector1">
                  <a:avLst/>
                </a:prstGeom>
                <a:ln w="254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直线箭头连接符 983">
                  <a:extLst>
                    <a:ext uri="{FF2B5EF4-FFF2-40B4-BE49-F238E27FC236}">
                      <a16:creationId xmlns:a16="http://schemas.microsoft.com/office/drawing/2014/main" id="{B8E32581-CD97-7C44-8DC6-E63148916E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453136" y="-3561557"/>
                  <a:ext cx="265600" cy="353207"/>
                </a:xfrm>
                <a:prstGeom prst="straightConnector1">
                  <a:avLst/>
                </a:prstGeom>
                <a:ln w="254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直线箭头连接符 984">
                  <a:extLst>
                    <a:ext uri="{FF2B5EF4-FFF2-40B4-BE49-F238E27FC236}">
                      <a16:creationId xmlns:a16="http://schemas.microsoft.com/office/drawing/2014/main" id="{D93CEBDF-AA89-2142-884B-68192874F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303126" y="-3707732"/>
                  <a:ext cx="444478" cy="32420"/>
                </a:xfrm>
                <a:prstGeom prst="straightConnector1">
                  <a:avLst/>
                </a:prstGeom>
                <a:ln w="254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6" name="直线箭头连接符 985">
                  <a:extLst>
                    <a:ext uri="{FF2B5EF4-FFF2-40B4-BE49-F238E27FC236}">
                      <a16:creationId xmlns:a16="http://schemas.microsoft.com/office/drawing/2014/main" id="{0774FF93-5F26-2241-98F1-9B1A15AF9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65837" y="-3479674"/>
                  <a:ext cx="381896" cy="271305"/>
                </a:xfrm>
                <a:prstGeom prst="straightConnector1">
                  <a:avLst/>
                </a:prstGeom>
                <a:ln w="254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7" name="文本框 986">
                  <a:extLst>
                    <a:ext uri="{FF2B5EF4-FFF2-40B4-BE49-F238E27FC236}">
                      <a16:creationId xmlns:a16="http://schemas.microsoft.com/office/drawing/2014/main" id="{D503FA17-62FE-F444-9A32-4C983DB762B6}"/>
                    </a:ext>
                  </a:extLst>
                </p:cNvPr>
                <p:cNvSpPr txBox="1"/>
                <p:nvPr/>
              </p:nvSpPr>
              <p:spPr>
                <a:xfrm rot="20760000">
                  <a:off x="15438264" y="-3513014"/>
                  <a:ext cx="725281" cy="582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2400" b="1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kumimoji="1" lang="en-US" altLang="zh-SG" sz="2400" b="1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endParaRPr kumimoji="1" lang="zh-SG" altLang="en-US" sz="24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089" name="组合 1088">
              <a:extLst>
                <a:ext uri="{FF2B5EF4-FFF2-40B4-BE49-F238E27FC236}">
                  <a16:creationId xmlns:a16="http://schemas.microsoft.com/office/drawing/2014/main" id="{75127A11-5A42-2B47-AF72-19C4A9A8DCC0}"/>
                </a:ext>
              </a:extLst>
            </p:cNvPr>
            <p:cNvGrpSpPr/>
            <p:nvPr/>
          </p:nvGrpSpPr>
          <p:grpSpPr>
            <a:xfrm>
              <a:off x="11497834" y="3093836"/>
              <a:ext cx="2300759" cy="1564348"/>
              <a:chOff x="11676515" y="-4397791"/>
              <a:chExt cx="2300759" cy="1564348"/>
            </a:xfrm>
          </p:grpSpPr>
          <p:sp>
            <p:nvSpPr>
              <p:cNvPr id="989" name="椭圆 988">
                <a:extLst>
                  <a:ext uri="{FF2B5EF4-FFF2-40B4-BE49-F238E27FC236}">
                    <a16:creationId xmlns:a16="http://schemas.microsoft.com/office/drawing/2014/main" id="{6D7FAF5A-B126-4E45-A21E-26933183FFE6}"/>
                  </a:ext>
                </a:extLst>
              </p:cNvPr>
              <p:cNvSpPr/>
              <p:nvPr/>
            </p:nvSpPr>
            <p:spPr>
              <a:xfrm rot="20220000">
                <a:off x="11676515" y="-4397791"/>
                <a:ext cx="2300759" cy="156434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 dirty="0"/>
              </a:p>
            </p:txBody>
          </p:sp>
          <p:grpSp>
            <p:nvGrpSpPr>
              <p:cNvPr id="1086" name="组合 1085">
                <a:extLst>
                  <a:ext uri="{FF2B5EF4-FFF2-40B4-BE49-F238E27FC236}">
                    <a16:creationId xmlns:a16="http://schemas.microsoft.com/office/drawing/2014/main" id="{FCA727F5-5C89-2E48-A9A4-D4F813A09319}"/>
                  </a:ext>
                </a:extLst>
              </p:cNvPr>
              <p:cNvGrpSpPr/>
              <p:nvPr/>
            </p:nvGrpSpPr>
            <p:grpSpPr>
              <a:xfrm>
                <a:off x="11837673" y="-4199135"/>
                <a:ext cx="1908328" cy="999584"/>
                <a:chOff x="11854186" y="-4103765"/>
                <a:chExt cx="1908328" cy="999584"/>
              </a:xfrm>
            </p:grpSpPr>
            <p:cxnSp>
              <p:nvCxnSpPr>
                <p:cNvPr id="990" name="直线箭头连接符 989">
                  <a:extLst>
                    <a:ext uri="{FF2B5EF4-FFF2-40B4-BE49-F238E27FC236}">
                      <a16:creationId xmlns:a16="http://schemas.microsoft.com/office/drawing/2014/main" id="{BCAA739D-D299-384A-9F0F-E10F567379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854186" y="-3950918"/>
                  <a:ext cx="1766335" cy="645845"/>
                </a:xfrm>
                <a:prstGeom prst="straightConnector1">
                  <a:avLst/>
                </a:prstGeom>
                <a:ln w="508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直线箭头连接符 990">
                  <a:extLst>
                    <a:ext uri="{FF2B5EF4-FFF2-40B4-BE49-F238E27FC236}">
                      <a16:creationId xmlns:a16="http://schemas.microsoft.com/office/drawing/2014/main" id="{43A9C589-9685-F147-8CA8-3DA79F3D1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295979" y="-3968107"/>
                  <a:ext cx="299654" cy="344713"/>
                </a:xfrm>
                <a:prstGeom prst="straightConnector1">
                  <a:avLst/>
                </a:prstGeom>
                <a:ln w="254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2" name="直线箭头连接符 991">
                  <a:extLst>
                    <a:ext uri="{FF2B5EF4-FFF2-40B4-BE49-F238E27FC236}">
                      <a16:creationId xmlns:a16="http://schemas.microsoft.com/office/drawing/2014/main" id="{43F72B9A-CB65-1044-AF4E-787AFD952B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55060" y="-3241169"/>
                  <a:ext cx="420157" cy="136988"/>
                </a:xfrm>
                <a:prstGeom prst="straightConnector1">
                  <a:avLst/>
                </a:prstGeom>
                <a:ln w="254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3" name="直线箭头连接符 992">
                  <a:extLst>
                    <a:ext uri="{FF2B5EF4-FFF2-40B4-BE49-F238E27FC236}">
                      <a16:creationId xmlns:a16="http://schemas.microsoft.com/office/drawing/2014/main" id="{767A86EA-7173-1447-BA0B-432C26095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46852" y="-4103765"/>
                  <a:ext cx="345500" cy="281498"/>
                </a:xfrm>
                <a:prstGeom prst="straightConnector1">
                  <a:avLst/>
                </a:prstGeom>
                <a:ln w="254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4" name="直线箭头连接符 993">
                  <a:extLst>
                    <a:ext uri="{FF2B5EF4-FFF2-40B4-BE49-F238E27FC236}">
                      <a16:creationId xmlns:a16="http://schemas.microsoft.com/office/drawing/2014/main" id="{F976C116-042B-2F41-868B-E2047656F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22006" y="-3468168"/>
                  <a:ext cx="468445" cy="3193"/>
                </a:xfrm>
                <a:prstGeom prst="straightConnector1">
                  <a:avLst/>
                </a:prstGeom>
                <a:ln w="2540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5" name="文本框 994">
                  <a:extLst>
                    <a:ext uri="{FF2B5EF4-FFF2-40B4-BE49-F238E27FC236}">
                      <a16:creationId xmlns:a16="http://schemas.microsoft.com/office/drawing/2014/main" id="{CFD504EB-AFA0-AF4D-BB24-A8A2BA05AD5F}"/>
                    </a:ext>
                  </a:extLst>
                </p:cNvPr>
                <p:cNvSpPr txBox="1"/>
                <p:nvPr/>
              </p:nvSpPr>
              <p:spPr>
                <a:xfrm rot="18660000">
                  <a:off x="13178595" y="-3965358"/>
                  <a:ext cx="653848" cy="513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kumimoji="1" lang="en-US" altLang="zh-CN" sz="2400" b="1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zh-SG" altLang="en-US" sz="24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000" name="文本框 999">
              <a:extLst>
                <a:ext uri="{FF2B5EF4-FFF2-40B4-BE49-F238E27FC236}">
                  <a16:creationId xmlns:a16="http://schemas.microsoft.com/office/drawing/2014/main" id="{F1DDE6B0-1E08-A54B-A1EA-E3D2B7C64358}"/>
                </a:ext>
              </a:extLst>
            </p:cNvPr>
            <p:cNvSpPr txBox="1"/>
            <p:nvPr/>
          </p:nvSpPr>
          <p:spPr>
            <a:xfrm>
              <a:off x="11298863" y="-149894"/>
              <a:ext cx="271294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SG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SG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Gradient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SG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signature</a:t>
              </a:r>
              <a:endParaRPr kumimoji="1" lang="zh-SG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63" name="圆角矩形 1062">
            <a:extLst>
              <a:ext uri="{FF2B5EF4-FFF2-40B4-BE49-F238E27FC236}">
                <a16:creationId xmlns:a16="http://schemas.microsoft.com/office/drawing/2014/main" id="{887ADEB2-520F-F24A-A067-BDE3177D6522}"/>
              </a:ext>
            </a:extLst>
          </p:cNvPr>
          <p:cNvSpPr/>
          <p:nvPr/>
        </p:nvSpPr>
        <p:spPr>
          <a:xfrm>
            <a:off x="9460233" y="-2430043"/>
            <a:ext cx="2250532" cy="67527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grpSp>
        <p:nvGrpSpPr>
          <p:cNvPr id="1020" name="组合 1019">
            <a:extLst>
              <a:ext uri="{FF2B5EF4-FFF2-40B4-BE49-F238E27FC236}">
                <a16:creationId xmlns:a16="http://schemas.microsoft.com/office/drawing/2014/main" id="{CE5C5A20-13F0-964B-ABCA-3D8DE5ABA2A9}"/>
              </a:ext>
            </a:extLst>
          </p:cNvPr>
          <p:cNvGrpSpPr/>
          <p:nvPr/>
        </p:nvGrpSpPr>
        <p:grpSpPr>
          <a:xfrm>
            <a:off x="9695605" y="468808"/>
            <a:ext cx="1787217" cy="1737150"/>
            <a:chOff x="3919427" y="5959752"/>
            <a:chExt cx="2416823" cy="2708844"/>
          </a:xfrm>
        </p:grpSpPr>
        <p:sp>
          <p:nvSpPr>
            <p:cNvPr id="1005" name="圆角矩形 1004">
              <a:extLst>
                <a:ext uri="{FF2B5EF4-FFF2-40B4-BE49-F238E27FC236}">
                  <a16:creationId xmlns:a16="http://schemas.microsoft.com/office/drawing/2014/main" id="{C03FEDF5-DEF6-E340-8409-D4166CFCF1DE}"/>
                </a:ext>
              </a:extLst>
            </p:cNvPr>
            <p:cNvSpPr/>
            <p:nvPr/>
          </p:nvSpPr>
          <p:spPr>
            <a:xfrm>
              <a:off x="3919427" y="6113608"/>
              <a:ext cx="2346212" cy="2511656"/>
            </a:xfrm>
            <a:prstGeom prst="roundRect">
              <a:avLst/>
            </a:prstGeom>
            <a:solidFill>
              <a:schemeClr val="bg2"/>
            </a:solidFill>
            <a:ln w="3810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/>
            </a:p>
          </p:txBody>
        </p:sp>
        <p:pic>
          <p:nvPicPr>
            <p:cNvPr id="1006" name="图形 1005" descr="用户 纯色填充">
              <a:extLst>
                <a:ext uri="{FF2B5EF4-FFF2-40B4-BE49-F238E27FC236}">
                  <a16:creationId xmlns:a16="http://schemas.microsoft.com/office/drawing/2014/main" id="{C332680C-AFE1-6644-BD4D-9499D3E67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1429" y="6615067"/>
              <a:ext cx="877328" cy="948066"/>
            </a:xfrm>
            <a:prstGeom prst="rect">
              <a:avLst/>
            </a:prstGeom>
          </p:spPr>
        </p:pic>
        <p:pic>
          <p:nvPicPr>
            <p:cNvPr id="1007" name="图形 1006" descr="用户 纯色填充">
              <a:extLst>
                <a:ext uri="{FF2B5EF4-FFF2-40B4-BE49-F238E27FC236}">
                  <a16:creationId xmlns:a16="http://schemas.microsoft.com/office/drawing/2014/main" id="{B26475B3-C8D3-8B42-BB9F-C041AC0DA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44837" y="6495762"/>
              <a:ext cx="891413" cy="904022"/>
            </a:xfrm>
            <a:prstGeom prst="rect">
              <a:avLst/>
            </a:prstGeom>
          </p:spPr>
        </p:pic>
        <p:pic>
          <p:nvPicPr>
            <p:cNvPr id="1008" name="图形 1007" descr="用户 纯色填充">
              <a:extLst>
                <a:ext uri="{FF2B5EF4-FFF2-40B4-BE49-F238E27FC236}">
                  <a16:creationId xmlns:a16="http://schemas.microsoft.com/office/drawing/2014/main" id="{D337312A-D3E9-A54C-A011-8CD6FC57C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53326" y="7764574"/>
              <a:ext cx="817824" cy="904022"/>
            </a:xfrm>
            <a:prstGeom prst="rect">
              <a:avLst/>
            </a:prstGeom>
          </p:spPr>
        </p:pic>
        <p:sp>
          <p:nvSpPr>
            <p:cNvPr id="1009" name="文本框 1008">
              <a:extLst>
                <a:ext uri="{FF2B5EF4-FFF2-40B4-BE49-F238E27FC236}">
                  <a16:creationId xmlns:a16="http://schemas.microsoft.com/office/drawing/2014/main" id="{17E1C23B-B43F-D644-8689-C50CBB273C68}"/>
                </a:ext>
              </a:extLst>
            </p:cNvPr>
            <p:cNvSpPr txBox="1"/>
            <p:nvPr/>
          </p:nvSpPr>
          <p:spPr>
            <a:xfrm>
              <a:off x="4397743" y="5959752"/>
              <a:ext cx="12346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SG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merge</a:t>
              </a:r>
              <a:endParaRPr kumimoji="1" lang="zh-SG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1" name="直线箭头连接符 1010">
              <a:extLst>
                <a:ext uri="{FF2B5EF4-FFF2-40B4-BE49-F238E27FC236}">
                  <a16:creationId xmlns:a16="http://schemas.microsoft.com/office/drawing/2014/main" id="{1FEAA211-37CA-DE48-8B50-8AC9466714C9}"/>
                </a:ext>
              </a:extLst>
            </p:cNvPr>
            <p:cNvCxnSpPr>
              <a:cxnSpLocks/>
              <a:stCxn id="1006" idx="2"/>
              <a:endCxn id="1008" idx="0"/>
            </p:cNvCxnSpPr>
            <p:nvPr/>
          </p:nvCxnSpPr>
          <p:spPr>
            <a:xfrm>
              <a:off x="4540093" y="7563133"/>
              <a:ext cx="522146" cy="20144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直线箭头连接符 1012">
              <a:extLst>
                <a:ext uri="{FF2B5EF4-FFF2-40B4-BE49-F238E27FC236}">
                  <a16:creationId xmlns:a16="http://schemas.microsoft.com/office/drawing/2014/main" id="{0DACA7FD-59ED-8F45-B54B-962B3406D100}"/>
                </a:ext>
              </a:extLst>
            </p:cNvPr>
            <p:cNvCxnSpPr>
              <a:cxnSpLocks/>
              <a:stCxn id="1007" idx="2"/>
              <a:endCxn id="1008" idx="0"/>
            </p:cNvCxnSpPr>
            <p:nvPr/>
          </p:nvCxnSpPr>
          <p:spPr>
            <a:xfrm flipH="1">
              <a:off x="5062239" y="7399785"/>
              <a:ext cx="828305" cy="3647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1" name="组合 1020">
            <a:extLst>
              <a:ext uri="{FF2B5EF4-FFF2-40B4-BE49-F238E27FC236}">
                <a16:creationId xmlns:a16="http://schemas.microsoft.com/office/drawing/2014/main" id="{41ECAE08-4F28-9940-BA4F-4C15E91314F8}"/>
              </a:ext>
            </a:extLst>
          </p:cNvPr>
          <p:cNvGrpSpPr/>
          <p:nvPr/>
        </p:nvGrpSpPr>
        <p:grpSpPr>
          <a:xfrm>
            <a:off x="9693682" y="2492459"/>
            <a:ext cx="1749892" cy="1755194"/>
            <a:chOff x="4255118" y="5931430"/>
            <a:chExt cx="2027409" cy="2561258"/>
          </a:xfrm>
        </p:grpSpPr>
        <p:sp>
          <p:nvSpPr>
            <p:cNvPr id="1022" name="圆角矩形 1021">
              <a:extLst>
                <a:ext uri="{FF2B5EF4-FFF2-40B4-BE49-F238E27FC236}">
                  <a16:creationId xmlns:a16="http://schemas.microsoft.com/office/drawing/2014/main" id="{B9CE06AD-7644-084F-807A-5C9695F0967A}"/>
                </a:ext>
              </a:extLst>
            </p:cNvPr>
            <p:cNvSpPr/>
            <p:nvPr/>
          </p:nvSpPr>
          <p:spPr>
            <a:xfrm>
              <a:off x="4255118" y="5960303"/>
              <a:ext cx="2027409" cy="2532385"/>
            </a:xfrm>
            <a:prstGeom prst="roundRect">
              <a:avLst/>
            </a:prstGeom>
            <a:solidFill>
              <a:schemeClr val="bg2"/>
            </a:solidFill>
            <a:ln w="3810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/>
            </a:p>
          </p:txBody>
        </p:sp>
        <p:pic>
          <p:nvPicPr>
            <p:cNvPr id="1023" name="图形 1022" descr="用户 纯色填充">
              <a:extLst>
                <a:ext uri="{FF2B5EF4-FFF2-40B4-BE49-F238E27FC236}">
                  <a16:creationId xmlns:a16="http://schemas.microsoft.com/office/drawing/2014/main" id="{D24BC3A4-93D4-5D46-8C21-003744E30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4330" y="7512115"/>
              <a:ext cx="824767" cy="948064"/>
            </a:xfrm>
            <a:prstGeom prst="rect">
              <a:avLst/>
            </a:prstGeom>
          </p:spPr>
        </p:pic>
        <p:pic>
          <p:nvPicPr>
            <p:cNvPr id="1024" name="图形 1023" descr="用户 纯色填充">
              <a:extLst>
                <a:ext uri="{FF2B5EF4-FFF2-40B4-BE49-F238E27FC236}">
                  <a16:creationId xmlns:a16="http://schemas.microsoft.com/office/drawing/2014/main" id="{C9FECECC-FFF8-9844-8A78-175C6E8FD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34367" y="7496590"/>
              <a:ext cx="830017" cy="904021"/>
            </a:xfrm>
            <a:prstGeom prst="rect">
              <a:avLst/>
            </a:prstGeom>
          </p:spPr>
        </p:pic>
        <p:pic>
          <p:nvPicPr>
            <p:cNvPr id="1025" name="图形 1024" descr="用户 纯色填充">
              <a:extLst>
                <a:ext uri="{FF2B5EF4-FFF2-40B4-BE49-F238E27FC236}">
                  <a16:creationId xmlns:a16="http://schemas.microsoft.com/office/drawing/2014/main" id="{FEAE1A2A-EEAC-AF43-9822-1C1B05319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66780" y="6527260"/>
              <a:ext cx="830017" cy="796916"/>
            </a:xfrm>
            <a:prstGeom prst="rect">
              <a:avLst/>
            </a:prstGeom>
          </p:spPr>
        </p:pic>
        <p:sp>
          <p:nvSpPr>
            <p:cNvPr id="1026" name="文本框 1025">
              <a:extLst>
                <a:ext uri="{FF2B5EF4-FFF2-40B4-BE49-F238E27FC236}">
                  <a16:creationId xmlns:a16="http://schemas.microsoft.com/office/drawing/2014/main" id="{C5717422-F42A-0C4C-B7F6-C08D24EB4454}"/>
                </a:ext>
              </a:extLst>
            </p:cNvPr>
            <p:cNvSpPr txBox="1"/>
            <p:nvPr/>
          </p:nvSpPr>
          <p:spPr>
            <a:xfrm>
              <a:off x="4666449" y="5931430"/>
              <a:ext cx="1135836" cy="65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SG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  <a:endParaRPr kumimoji="1" lang="zh-SG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27" name="直线箭头连接符 1026">
              <a:extLst>
                <a:ext uri="{FF2B5EF4-FFF2-40B4-BE49-F238E27FC236}">
                  <a16:creationId xmlns:a16="http://schemas.microsoft.com/office/drawing/2014/main" id="{7C57C7BB-D8DE-E44C-84FF-20D3774E1DBD}"/>
                </a:ext>
              </a:extLst>
            </p:cNvPr>
            <p:cNvCxnSpPr>
              <a:cxnSpLocks/>
              <a:stCxn id="1025" idx="2"/>
              <a:endCxn id="1023" idx="0"/>
            </p:cNvCxnSpPr>
            <p:nvPr/>
          </p:nvCxnSpPr>
          <p:spPr>
            <a:xfrm flipH="1">
              <a:off x="4686714" y="7324176"/>
              <a:ext cx="495074" cy="1879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直线箭头连接符 1027">
              <a:extLst>
                <a:ext uri="{FF2B5EF4-FFF2-40B4-BE49-F238E27FC236}">
                  <a16:creationId xmlns:a16="http://schemas.microsoft.com/office/drawing/2014/main" id="{30C1CF91-6DD3-2648-B34A-D13C68AC9010}"/>
                </a:ext>
              </a:extLst>
            </p:cNvPr>
            <p:cNvCxnSpPr>
              <a:cxnSpLocks/>
              <a:stCxn id="1025" idx="2"/>
              <a:endCxn id="1024" idx="0"/>
            </p:cNvCxnSpPr>
            <p:nvPr/>
          </p:nvCxnSpPr>
          <p:spPr>
            <a:xfrm>
              <a:off x="5181788" y="7324176"/>
              <a:ext cx="467588" cy="1724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4CD40C98-B64E-8746-A6C5-86C82A44D6F2}"/>
              </a:ext>
            </a:extLst>
          </p:cNvPr>
          <p:cNvGrpSpPr/>
          <p:nvPr/>
        </p:nvGrpSpPr>
        <p:grpSpPr>
          <a:xfrm>
            <a:off x="9702517" y="-1400463"/>
            <a:ext cx="1901877" cy="1733216"/>
            <a:chOff x="16331602" y="6108425"/>
            <a:chExt cx="3474616" cy="2470300"/>
          </a:xfrm>
        </p:grpSpPr>
        <p:sp>
          <p:nvSpPr>
            <p:cNvPr id="1047" name="圆角矩形 1046">
              <a:extLst>
                <a:ext uri="{FF2B5EF4-FFF2-40B4-BE49-F238E27FC236}">
                  <a16:creationId xmlns:a16="http://schemas.microsoft.com/office/drawing/2014/main" id="{EBED943D-5882-E444-B2C3-1405C66773E4}"/>
                </a:ext>
              </a:extLst>
            </p:cNvPr>
            <p:cNvSpPr/>
            <p:nvPr/>
          </p:nvSpPr>
          <p:spPr>
            <a:xfrm>
              <a:off x="16395823" y="6108425"/>
              <a:ext cx="3072444" cy="2370640"/>
            </a:xfrm>
            <a:prstGeom prst="roundRect">
              <a:avLst/>
            </a:prstGeom>
            <a:solidFill>
              <a:schemeClr val="bg2"/>
            </a:solidFill>
            <a:ln w="3810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/>
            </a:p>
          </p:txBody>
        </p:sp>
        <p:pic>
          <p:nvPicPr>
            <p:cNvPr id="1048" name="图形 1047" descr="用户 纯色填充">
              <a:extLst>
                <a:ext uri="{FF2B5EF4-FFF2-40B4-BE49-F238E27FC236}">
                  <a16:creationId xmlns:a16="http://schemas.microsoft.com/office/drawing/2014/main" id="{2C2B6EC4-BE9A-4145-A6BB-49621A96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391667" y="7192424"/>
              <a:ext cx="927028" cy="1386301"/>
            </a:xfrm>
            <a:prstGeom prst="rect">
              <a:avLst/>
            </a:prstGeom>
          </p:spPr>
        </p:pic>
        <p:pic>
          <p:nvPicPr>
            <p:cNvPr id="1050" name="图形 1049" descr="用户 纯色填充">
              <a:extLst>
                <a:ext uri="{FF2B5EF4-FFF2-40B4-BE49-F238E27FC236}">
                  <a16:creationId xmlns:a16="http://schemas.microsoft.com/office/drawing/2014/main" id="{F0145631-EF5C-3A42-8D13-0EA766FC6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331602" y="6956676"/>
              <a:ext cx="888834" cy="1329178"/>
            </a:xfrm>
            <a:prstGeom prst="rect">
              <a:avLst/>
            </a:prstGeom>
          </p:spPr>
        </p:pic>
        <p:sp>
          <p:nvSpPr>
            <p:cNvPr id="1051" name="文本框 1050">
              <a:extLst>
                <a:ext uri="{FF2B5EF4-FFF2-40B4-BE49-F238E27FC236}">
                  <a16:creationId xmlns:a16="http://schemas.microsoft.com/office/drawing/2014/main" id="{A9A57AD3-3C92-C842-8AD6-E075047816C9}"/>
                </a:ext>
              </a:extLst>
            </p:cNvPr>
            <p:cNvSpPr txBox="1"/>
            <p:nvPr/>
          </p:nvSpPr>
          <p:spPr>
            <a:xfrm>
              <a:off x="16521231" y="6210791"/>
              <a:ext cx="3284987" cy="820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SG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reassign</a:t>
              </a:r>
              <a:endParaRPr kumimoji="1" lang="zh-SG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55" name="图形 1054" descr="男性形象 纯色填充">
              <a:extLst>
                <a:ext uri="{FF2B5EF4-FFF2-40B4-BE49-F238E27FC236}">
                  <a16:creationId xmlns:a16="http://schemas.microsoft.com/office/drawing/2014/main" id="{644A285B-209D-5943-92DC-D7BEE33C0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646301" y="7094160"/>
              <a:ext cx="607080" cy="938191"/>
            </a:xfrm>
            <a:prstGeom prst="rect">
              <a:avLst/>
            </a:prstGeom>
          </p:spPr>
        </p:pic>
        <p:cxnSp>
          <p:nvCxnSpPr>
            <p:cNvPr id="1057" name="曲线连接符 1056">
              <a:extLst>
                <a:ext uri="{FF2B5EF4-FFF2-40B4-BE49-F238E27FC236}">
                  <a16:creationId xmlns:a16="http://schemas.microsoft.com/office/drawing/2014/main" id="{27DD649F-3D4C-C54C-97AD-826213B66ABD}"/>
                </a:ext>
              </a:extLst>
            </p:cNvPr>
            <p:cNvCxnSpPr>
              <a:cxnSpLocks/>
              <a:stCxn id="1050" idx="3"/>
              <a:endCxn id="1055" idx="0"/>
            </p:cNvCxnSpPr>
            <p:nvPr/>
          </p:nvCxnSpPr>
          <p:spPr>
            <a:xfrm flipV="1">
              <a:off x="17220436" y="7094160"/>
              <a:ext cx="729406" cy="527105"/>
            </a:xfrm>
            <a:prstGeom prst="curvedConnector4">
              <a:avLst>
                <a:gd name="adj1" fmla="val 29192"/>
                <a:gd name="adj2" fmla="val 126082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曲线连接符 1058">
              <a:extLst>
                <a:ext uri="{FF2B5EF4-FFF2-40B4-BE49-F238E27FC236}">
                  <a16:creationId xmlns:a16="http://schemas.microsoft.com/office/drawing/2014/main" id="{1D5E31B0-C292-FC46-B141-F94BDC96F110}"/>
                </a:ext>
              </a:extLst>
            </p:cNvPr>
            <p:cNvCxnSpPr>
              <a:cxnSpLocks/>
              <a:stCxn id="1055" idx="2"/>
            </p:cNvCxnSpPr>
            <p:nvPr/>
          </p:nvCxnSpPr>
          <p:spPr>
            <a:xfrm rot="16200000" flipH="1">
              <a:off x="17930692" y="8051501"/>
              <a:ext cx="443877" cy="405577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3" name="组合 1392">
            <a:extLst>
              <a:ext uri="{FF2B5EF4-FFF2-40B4-BE49-F238E27FC236}">
                <a16:creationId xmlns:a16="http://schemas.microsoft.com/office/drawing/2014/main" id="{FBC2EF12-6AA6-D448-9D7C-6D79972F688F}"/>
              </a:ext>
            </a:extLst>
          </p:cNvPr>
          <p:cNvGrpSpPr/>
          <p:nvPr/>
        </p:nvGrpSpPr>
        <p:grpSpPr>
          <a:xfrm>
            <a:off x="9600044" y="-3514315"/>
            <a:ext cx="5574702" cy="716729"/>
            <a:chOff x="9957220" y="80252"/>
            <a:chExt cx="1568805" cy="716729"/>
          </a:xfrm>
        </p:grpSpPr>
        <p:sp>
          <p:nvSpPr>
            <p:cNvPr id="1096" name="圆角矩形 1095">
              <a:extLst>
                <a:ext uri="{FF2B5EF4-FFF2-40B4-BE49-F238E27FC236}">
                  <a16:creationId xmlns:a16="http://schemas.microsoft.com/office/drawing/2014/main" id="{DA1A6CB4-6DF1-0E4A-B57C-7813B8E11918}"/>
                </a:ext>
              </a:extLst>
            </p:cNvPr>
            <p:cNvSpPr/>
            <p:nvPr/>
          </p:nvSpPr>
          <p:spPr>
            <a:xfrm>
              <a:off x="9957220" y="80252"/>
              <a:ext cx="1568805" cy="70148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dirty="0"/>
            </a:p>
          </p:txBody>
        </p:sp>
        <p:sp>
          <p:nvSpPr>
            <p:cNvPr id="1102" name="文本框 1101">
              <a:extLst>
                <a:ext uri="{FF2B5EF4-FFF2-40B4-BE49-F238E27FC236}">
                  <a16:creationId xmlns:a16="http://schemas.microsoft.com/office/drawing/2014/main" id="{F475ADDC-C490-744E-BC1C-9F3D7B8B84E7}"/>
                </a:ext>
              </a:extLst>
            </p:cNvPr>
            <p:cNvSpPr txBox="1"/>
            <p:nvPr/>
          </p:nvSpPr>
          <p:spPr>
            <a:xfrm>
              <a:off x="10294409" y="150650"/>
              <a:ext cx="9828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SG" sz="3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Activate</a:t>
              </a:r>
              <a:r>
                <a:rPr kumimoji="1" lang="zh-CN" altLang="en-US" sz="3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3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adapter</a:t>
              </a:r>
              <a:endParaRPr kumimoji="1" lang="zh-SG" alt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44" name="组合 1243">
            <a:extLst>
              <a:ext uri="{FF2B5EF4-FFF2-40B4-BE49-F238E27FC236}">
                <a16:creationId xmlns:a16="http://schemas.microsoft.com/office/drawing/2014/main" id="{3CDC6247-78F7-4143-9B98-93FFD2DED2B9}"/>
              </a:ext>
            </a:extLst>
          </p:cNvPr>
          <p:cNvGrpSpPr/>
          <p:nvPr/>
        </p:nvGrpSpPr>
        <p:grpSpPr>
          <a:xfrm>
            <a:off x="108537" y="608920"/>
            <a:ext cx="8332976" cy="3654517"/>
            <a:chOff x="778622" y="639834"/>
            <a:chExt cx="7443144" cy="3437392"/>
          </a:xfrm>
        </p:grpSpPr>
        <p:sp>
          <p:nvSpPr>
            <p:cNvPr id="559" name="圆角矩形 558">
              <a:extLst>
                <a:ext uri="{FF2B5EF4-FFF2-40B4-BE49-F238E27FC236}">
                  <a16:creationId xmlns:a16="http://schemas.microsoft.com/office/drawing/2014/main" id="{AE51BBEE-9033-5848-9BC1-E18972383562}"/>
                </a:ext>
              </a:extLst>
            </p:cNvPr>
            <p:cNvSpPr/>
            <p:nvPr/>
          </p:nvSpPr>
          <p:spPr>
            <a:xfrm>
              <a:off x="778622" y="639834"/>
              <a:ext cx="7443144" cy="343739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sz="1126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7" name="文本框 806">
                  <a:extLst>
                    <a:ext uri="{FF2B5EF4-FFF2-40B4-BE49-F238E27FC236}">
                      <a16:creationId xmlns:a16="http://schemas.microsoft.com/office/drawing/2014/main" id="{0BB1E160-2973-974D-A5BF-AC814858E203}"/>
                    </a:ext>
                  </a:extLst>
                </p:cNvPr>
                <p:cNvSpPr txBox="1"/>
                <p:nvPr/>
              </p:nvSpPr>
              <p:spPr>
                <a:xfrm>
                  <a:off x="2955791" y="660453"/>
                  <a:ext cx="4078424" cy="6218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Group </a:t>
                  </a:r>
                  <a:r>
                    <a:rPr kumimoji="1"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adapters</a:t>
                  </a:r>
                  <a:r>
                    <a:rPr kumimoji="1" lang="zh-CN" altLang="en-US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zh-SG" sz="3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SG" sz="3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𝓰</m:t>
                              </m:r>
                            </m:e>
                            <m:sub>
                              <m:r>
                                <a:rPr kumimoji="1" lang="en-US" altLang="zh-SG" sz="3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kumimoji="1" lang="en-US" altLang="zh-SG" sz="3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SG" sz="3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</m:oMath>
                  </a14:m>
                  <a:endParaRPr kumimoji="1" lang="zh-SG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07" name="文本框 806">
                  <a:extLst>
                    <a:ext uri="{FF2B5EF4-FFF2-40B4-BE49-F238E27FC236}">
                      <a16:creationId xmlns:a16="http://schemas.microsoft.com/office/drawing/2014/main" id="{0BB1E160-2973-974D-A5BF-AC814858E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5791" y="660453"/>
                  <a:ext cx="4078424" cy="621801"/>
                </a:xfrm>
                <a:prstGeom prst="rect">
                  <a:avLst/>
                </a:prstGeom>
                <a:blipFill>
                  <a:blip r:embed="rId12"/>
                  <a:stretch>
                    <a:fillRect l="-2770" b="-18868"/>
                  </a:stretch>
                </a:blipFill>
              </p:spPr>
              <p:txBody>
                <a:bodyPr/>
                <a:lstStyle/>
                <a:p>
                  <a:r>
                    <a:rPr lang="zh-SG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4D89AAFC-63FE-5940-B89C-7883154402A7}"/>
                </a:ext>
              </a:extLst>
            </p:cNvPr>
            <p:cNvGrpSpPr/>
            <p:nvPr/>
          </p:nvGrpSpPr>
          <p:grpSpPr>
            <a:xfrm>
              <a:off x="854026" y="1213233"/>
              <a:ext cx="1559097" cy="2757667"/>
              <a:chOff x="1004487" y="1146853"/>
              <a:chExt cx="1559097" cy="2757667"/>
            </a:xfrm>
          </p:grpSpPr>
          <p:sp>
            <p:nvSpPr>
              <p:cNvPr id="1117" name="圆角矩形 1116">
                <a:extLst>
                  <a:ext uri="{FF2B5EF4-FFF2-40B4-BE49-F238E27FC236}">
                    <a16:creationId xmlns:a16="http://schemas.microsoft.com/office/drawing/2014/main" id="{D1599801-4147-4F4C-87A6-F6C3347F23B7}"/>
                  </a:ext>
                </a:extLst>
              </p:cNvPr>
              <p:cNvSpPr/>
              <p:nvPr/>
            </p:nvSpPr>
            <p:spPr>
              <a:xfrm>
                <a:off x="1004487" y="1308230"/>
                <a:ext cx="1449346" cy="259629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pic>
            <p:nvPicPr>
              <p:cNvPr id="517" name="图形 516" descr="用户 纯色填充">
                <a:extLst>
                  <a:ext uri="{FF2B5EF4-FFF2-40B4-BE49-F238E27FC236}">
                    <a16:creationId xmlns:a16="http://schemas.microsoft.com/office/drawing/2014/main" id="{ACBDE936-E7C8-4C43-9A2A-0E8E1C5720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36075" y="1146853"/>
                <a:ext cx="951875" cy="1087272"/>
              </a:xfrm>
              <a:prstGeom prst="rect">
                <a:avLst/>
              </a:prstGeom>
            </p:spPr>
          </p:pic>
          <p:grpSp>
            <p:nvGrpSpPr>
              <p:cNvPr id="1116" name="组合 1115">
                <a:extLst>
                  <a:ext uri="{FF2B5EF4-FFF2-40B4-BE49-F238E27FC236}">
                    <a16:creationId xmlns:a16="http://schemas.microsoft.com/office/drawing/2014/main" id="{B35D2F86-34CC-FD4A-B07A-6C622E97E4DC}"/>
                  </a:ext>
                </a:extLst>
              </p:cNvPr>
              <p:cNvGrpSpPr/>
              <p:nvPr/>
            </p:nvGrpSpPr>
            <p:grpSpPr>
              <a:xfrm>
                <a:off x="1224464" y="2451454"/>
                <a:ext cx="1016000" cy="1386397"/>
                <a:chOff x="1410557" y="2324503"/>
                <a:chExt cx="1210439" cy="2198632"/>
              </a:xfrm>
            </p:grpSpPr>
            <p:sp>
              <p:nvSpPr>
                <p:cNvPr id="308" name="圆角矩形 307">
                  <a:extLst>
                    <a:ext uri="{FF2B5EF4-FFF2-40B4-BE49-F238E27FC236}">
                      <a16:creationId xmlns:a16="http://schemas.microsoft.com/office/drawing/2014/main" id="{2C4FA882-B0FB-EC43-B79C-C7A3DE4F5843}"/>
                    </a:ext>
                  </a:extLst>
                </p:cNvPr>
                <p:cNvSpPr/>
                <p:nvPr/>
              </p:nvSpPr>
              <p:spPr>
                <a:xfrm>
                  <a:off x="1410557" y="2324503"/>
                  <a:ext cx="1210439" cy="219863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95" name="组合 94">
                  <a:extLst>
                    <a:ext uri="{FF2B5EF4-FFF2-40B4-BE49-F238E27FC236}">
                      <a16:creationId xmlns:a16="http://schemas.microsoft.com/office/drawing/2014/main" id="{405D39A1-070C-D24C-8FB9-39F2F303CC67}"/>
                    </a:ext>
                  </a:extLst>
                </p:cNvPr>
                <p:cNvGrpSpPr/>
                <p:nvPr/>
              </p:nvGrpSpPr>
              <p:grpSpPr>
                <a:xfrm>
                  <a:off x="1512014" y="2386816"/>
                  <a:ext cx="1003922" cy="2057768"/>
                  <a:chOff x="1291436" y="1408499"/>
                  <a:chExt cx="1037077" cy="1686761"/>
                </a:xfrm>
              </p:grpSpPr>
              <p:grpSp>
                <p:nvGrpSpPr>
                  <p:cNvPr id="85" name="组合 84">
                    <a:extLst>
                      <a:ext uri="{FF2B5EF4-FFF2-40B4-BE49-F238E27FC236}">
                        <a16:creationId xmlns:a16="http://schemas.microsoft.com/office/drawing/2014/main" id="{E2DB9B73-9791-444D-B026-78DD5AD4D731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7" name="椭圆 6">
                      <a:extLst>
                        <a:ext uri="{FF2B5EF4-FFF2-40B4-BE49-F238E27FC236}">
                          <a16:creationId xmlns:a16="http://schemas.microsoft.com/office/drawing/2014/main" id="{6B357E12-6E42-8646-8C08-D3AFBECECE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accent1">
                          <a:shade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" name="椭圆 11">
                      <a:extLst>
                        <a:ext uri="{FF2B5EF4-FFF2-40B4-BE49-F238E27FC236}">
                          <a16:creationId xmlns:a16="http://schemas.microsoft.com/office/drawing/2014/main" id="{AAAC1E4C-43AF-9842-84BF-623795CE5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4" name="椭圆 13">
                      <a:extLst>
                        <a:ext uri="{FF2B5EF4-FFF2-40B4-BE49-F238E27FC236}">
                          <a16:creationId xmlns:a16="http://schemas.microsoft.com/office/drawing/2014/main" id="{CD71A05F-9562-8D4A-9F76-91BE4E4A53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6" name="椭圆 15">
                      <a:extLst>
                        <a:ext uri="{FF2B5EF4-FFF2-40B4-BE49-F238E27FC236}">
                          <a16:creationId xmlns:a16="http://schemas.microsoft.com/office/drawing/2014/main" id="{554624B6-CA76-3944-84BF-86F04EDF62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23" name="组合 22">
                      <a:extLst>
                        <a:ext uri="{FF2B5EF4-FFF2-40B4-BE49-F238E27FC236}">
                          <a16:creationId xmlns:a16="http://schemas.microsoft.com/office/drawing/2014/main" id="{23CC1F88-5488-F141-A8A3-68172D393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20" name="椭圆 19">
                        <a:extLst>
                          <a:ext uri="{FF2B5EF4-FFF2-40B4-BE49-F238E27FC236}">
                            <a16:creationId xmlns:a16="http://schemas.microsoft.com/office/drawing/2014/main" id="{C53F4F63-F332-0449-AC07-EFE4F646A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21" name="椭圆 20">
                        <a:extLst>
                          <a:ext uri="{FF2B5EF4-FFF2-40B4-BE49-F238E27FC236}">
                            <a16:creationId xmlns:a16="http://schemas.microsoft.com/office/drawing/2014/main" id="{024CDDAF-D46F-5740-826A-EB65CAF3B6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22" name="椭圆 21">
                        <a:extLst>
                          <a:ext uri="{FF2B5EF4-FFF2-40B4-BE49-F238E27FC236}">
                            <a16:creationId xmlns:a16="http://schemas.microsoft.com/office/drawing/2014/main" id="{4752C379-6106-5E4A-8A55-CD8C291C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84" name="组合 83">
                    <a:extLst>
                      <a:ext uri="{FF2B5EF4-FFF2-40B4-BE49-F238E27FC236}">
                        <a16:creationId xmlns:a16="http://schemas.microsoft.com/office/drawing/2014/main" id="{F17EF189-03E9-6743-B312-B4DBC9376875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1" name="椭圆 10">
                      <a:extLst>
                        <a:ext uri="{FF2B5EF4-FFF2-40B4-BE49-F238E27FC236}">
                          <a16:creationId xmlns:a16="http://schemas.microsoft.com/office/drawing/2014/main" id="{C690B259-9133-C041-8ADE-39DB92B41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" name="椭圆 12">
                      <a:extLst>
                        <a:ext uri="{FF2B5EF4-FFF2-40B4-BE49-F238E27FC236}">
                          <a16:creationId xmlns:a16="http://schemas.microsoft.com/office/drawing/2014/main" id="{ADD1FE21-45EF-6743-AD5E-9979AA965E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5" name="椭圆 14">
                      <a:extLst>
                        <a:ext uri="{FF2B5EF4-FFF2-40B4-BE49-F238E27FC236}">
                          <a16:creationId xmlns:a16="http://schemas.microsoft.com/office/drawing/2014/main" id="{75CD5CB6-3330-8949-81DC-070AED902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7" name="椭圆 16">
                      <a:extLst>
                        <a:ext uri="{FF2B5EF4-FFF2-40B4-BE49-F238E27FC236}">
                          <a16:creationId xmlns:a16="http://schemas.microsoft.com/office/drawing/2014/main" id="{CF6385E5-119D-D24E-A234-488990C1DD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24" name="组合 23">
                      <a:extLst>
                        <a:ext uri="{FF2B5EF4-FFF2-40B4-BE49-F238E27FC236}">
                          <a16:creationId xmlns:a16="http://schemas.microsoft.com/office/drawing/2014/main" id="{E48644A1-5E2B-304B-9626-BA198372B0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25" name="椭圆 24">
                        <a:extLst>
                          <a:ext uri="{FF2B5EF4-FFF2-40B4-BE49-F238E27FC236}">
                            <a16:creationId xmlns:a16="http://schemas.microsoft.com/office/drawing/2014/main" id="{B9F44759-2FDA-D74C-99A9-CEE6E0B4B4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26" name="椭圆 25">
                        <a:extLst>
                          <a:ext uri="{FF2B5EF4-FFF2-40B4-BE49-F238E27FC236}">
                            <a16:creationId xmlns:a16="http://schemas.microsoft.com/office/drawing/2014/main" id="{5A78836D-03E1-604C-A17E-22B88A0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27" name="椭圆 26">
                        <a:extLst>
                          <a:ext uri="{FF2B5EF4-FFF2-40B4-BE49-F238E27FC236}">
                            <a16:creationId xmlns:a16="http://schemas.microsoft.com/office/drawing/2014/main" id="{F2BD4415-0794-E742-84BA-98E9992580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46" name="直线连接符 45">
                    <a:extLst>
                      <a:ext uri="{FF2B5EF4-FFF2-40B4-BE49-F238E27FC236}">
                        <a16:creationId xmlns:a16="http://schemas.microsoft.com/office/drawing/2014/main" id="{1C6422E1-8AF8-5E4F-A665-EF62589FF988}"/>
                      </a:ext>
                    </a:extLst>
                  </p:cNvPr>
                  <p:cNvCxnSpPr>
                    <a:cxnSpLocks/>
                    <a:stCxn id="7" idx="6"/>
                    <a:endCxn id="11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线连接符 47">
                    <a:extLst>
                      <a:ext uri="{FF2B5EF4-FFF2-40B4-BE49-F238E27FC236}">
                        <a16:creationId xmlns:a16="http://schemas.microsoft.com/office/drawing/2014/main" id="{30CBF4D4-E686-AC4B-A2BD-A9F9E5DCB092}"/>
                      </a:ext>
                    </a:extLst>
                  </p:cNvPr>
                  <p:cNvCxnSpPr>
                    <a:cxnSpLocks/>
                    <a:stCxn id="7" idx="6"/>
                    <a:endCxn id="13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线连接符 49">
                    <a:extLst>
                      <a:ext uri="{FF2B5EF4-FFF2-40B4-BE49-F238E27FC236}">
                        <a16:creationId xmlns:a16="http://schemas.microsoft.com/office/drawing/2014/main" id="{3AA6C43E-3B33-8149-8F70-D59CB72B0CEB}"/>
                      </a:ext>
                    </a:extLst>
                  </p:cNvPr>
                  <p:cNvCxnSpPr>
                    <a:cxnSpLocks/>
                    <a:stCxn id="7" idx="6"/>
                    <a:endCxn id="15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线连接符 51">
                    <a:extLst>
                      <a:ext uri="{FF2B5EF4-FFF2-40B4-BE49-F238E27FC236}">
                        <a16:creationId xmlns:a16="http://schemas.microsoft.com/office/drawing/2014/main" id="{988739B3-2955-C246-A191-99EEB92D15E5}"/>
                      </a:ext>
                    </a:extLst>
                  </p:cNvPr>
                  <p:cNvCxnSpPr>
                    <a:cxnSpLocks/>
                    <a:stCxn id="7" idx="6"/>
                    <a:endCxn id="17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线连接符 53">
                    <a:extLst>
                      <a:ext uri="{FF2B5EF4-FFF2-40B4-BE49-F238E27FC236}">
                        <a16:creationId xmlns:a16="http://schemas.microsoft.com/office/drawing/2014/main" id="{12D38E32-6F4E-0246-9A84-9D01C689A39C}"/>
                      </a:ext>
                    </a:extLst>
                  </p:cNvPr>
                  <p:cNvCxnSpPr>
                    <a:cxnSpLocks/>
                    <a:stCxn id="12" idx="6"/>
                    <a:endCxn id="11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线连接符 55">
                    <a:extLst>
                      <a:ext uri="{FF2B5EF4-FFF2-40B4-BE49-F238E27FC236}">
                        <a16:creationId xmlns:a16="http://schemas.microsoft.com/office/drawing/2014/main" id="{C325B331-CC4D-374D-BF53-82CAB5C4838E}"/>
                      </a:ext>
                    </a:extLst>
                  </p:cNvPr>
                  <p:cNvCxnSpPr>
                    <a:cxnSpLocks/>
                    <a:stCxn id="12" idx="6"/>
                    <a:endCxn id="13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线连接符 58">
                    <a:extLst>
                      <a:ext uri="{FF2B5EF4-FFF2-40B4-BE49-F238E27FC236}">
                        <a16:creationId xmlns:a16="http://schemas.microsoft.com/office/drawing/2014/main" id="{EEBD622E-91F5-BE45-8C51-5F3D991472CE}"/>
                      </a:ext>
                    </a:extLst>
                  </p:cNvPr>
                  <p:cNvCxnSpPr>
                    <a:cxnSpLocks/>
                    <a:stCxn id="12" idx="6"/>
                    <a:endCxn id="15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线连接符 62">
                    <a:extLst>
                      <a:ext uri="{FF2B5EF4-FFF2-40B4-BE49-F238E27FC236}">
                        <a16:creationId xmlns:a16="http://schemas.microsoft.com/office/drawing/2014/main" id="{41700EB8-CC14-3D4B-B090-96E5E02A01FA}"/>
                      </a:ext>
                    </a:extLst>
                  </p:cNvPr>
                  <p:cNvCxnSpPr>
                    <a:cxnSpLocks/>
                    <a:stCxn id="14" idx="6"/>
                    <a:endCxn id="15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线连接符 64">
                    <a:extLst>
                      <a:ext uri="{FF2B5EF4-FFF2-40B4-BE49-F238E27FC236}">
                        <a16:creationId xmlns:a16="http://schemas.microsoft.com/office/drawing/2014/main" id="{85A9CED1-AA65-E543-8BB6-2B9098AA424F}"/>
                      </a:ext>
                    </a:extLst>
                  </p:cNvPr>
                  <p:cNvCxnSpPr>
                    <a:cxnSpLocks/>
                    <a:stCxn id="12" idx="6"/>
                    <a:endCxn id="17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线连接符 66">
                    <a:extLst>
                      <a:ext uri="{FF2B5EF4-FFF2-40B4-BE49-F238E27FC236}">
                        <a16:creationId xmlns:a16="http://schemas.microsoft.com/office/drawing/2014/main" id="{5192740D-EA76-7B4D-A647-E2E2739D52CC}"/>
                      </a:ext>
                    </a:extLst>
                  </p:cNvPr>
                  <p:cNvCxnSpPr>
                    <a:cxnSpLocks/>
                    <a:stCxn id="14" idx="6"/>
                    <a:endCxn id="11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线连接符 68">
                    <a:extLst>
                      <a:ext uri="{FF2B5EF4-FFF2-40B4-BE49-F238E27FC236}">
                        <a16:creationId xmlns:a16="http://schemas.microsoft.com/office/drawing/2014/main" id="{12B6FEEB-7D36-4542-80AD-9F11652ACC77}"/>
                      </a:ext>
                    </a:extLst>
                  </p:cNvPr>
                  <p:cNvCxnSpPr>
                    <a:cxnSpLocks/>
                    <a:stCxn id="14" idx="6"/>
                    <a:endCxn id="13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线连接符 70">
                    <a:extLst>
                      <a:ext uri="{FF2B5EF4-FFF2-40B4-BE49-F238E27FC236}">
                        <a16:creationId xmlns:a16="http://schemas.microsoft.com/office/drawing/2014/main" id="{C72A6A60-5C16-D640-8950-CD6C75CAC340}"/>
                      </a:ext>
                    </a:extLst>
                  </p:cNvPr>
                  <p:cNvCxnSpPr>
                    <a:cxnSpLocks/>
                    <a:stCxn id="14" idx="6"/>
                    <a:endCxn id="17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线连接符 72">
                    <a:extLst>
                      <a:ext uri="{FF2B5EF4-FFF2-40B4-BE49-F238E27FC236}">
                        <a16:creationId xmlns:a16="http://schemas.microsoft.com/office/drawing/2014/main" id="{4306E442-0156-7A40-B21F-06C4C5F977CA}"/>
                      </a:ext>
                    </a:extLst>
                  </p:cNvPr>
                  <p:cNvCxnSpPr>
                    <a:cxnSpLocks/>
                    <a:stCxn id="16" idx="6"/>
                    <a:endCxn id="15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线连接符 74">
                    <a:extLst>
                      <a:ext uri="{FF2B5EF4-FFF2-40B4-BE49-F238E27FC236}">
                        <a16:creationId xmlns:a16="http://schemas.microsoft.com/office/drawing/2014/main" id="{0F62B097-D330-314A-8D48-C9E7F098DBB2}"/>
                      </a:ext>
                    </a:extLst>
                  </p:cNvPr>
                  <p:cNvCxnSpPr>
                    <a:cxnSpLocks/>
                    <a:stCxn id="16" idx="6"/>
                    <a:endCxn id="11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线连接符 76">
                    <a:extLst>
                      <a:ext uri="{FF2B5EF4-FFF2-40B4-BE49-F238E27FC236}">
                        <a16:creationId xmlns:a16="http://schemas.microsoft.com/office/drawing/2014/main" id="{D6589285-1609-6D4E-96F5-AB0F6A49F0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线连接符 78">
                    <a:extLst>
                      <a:ext uri="{FF2B5EF4-FFF2-40B4-BE49-F238E27FC236}">
                        <a16:creationId xmlns:a16="http://schemas.microsoft.com/office/drawing/2014/main" id="{BDFE6BC4-ABC1-E64A-BF34-8484BE98BDF4}"/>
                      </a:ext>
                    </a:extLst>
                  </p:cNvPr>
                  <p:cNvCxnSpPr>
                    <a:cxnSpLocks/>
                    <a:stCxn id="16" idx="6"/>
                    <a:endCxn id="17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07A6A492-66F1-7D49-9E8B-DC27F81AA6F6}"/>
                  </a:ext>
                </a:extLst>
              </p:cNvPr>
              <p:cNvSpPr txBox="1"/>
              <p:nvPr/>
            </p:nvSpPr>
            <p:spPr>
              <a:xfrm>
                <a:off x="1090093" y="1947708"/>
                <a:ext cx="1473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 1</a:t>
                </a:r>
                <a:endParaRPr kumimoji="1" lang="zh-SG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33" name="文本框 932">
              <a:extLst>
                <a:ext uri="{FF2B5EF4-FFF2-40B4-BE49-F238E27FC236}">
                  <a16:creationId xmlns:a16="http://schemas.microsoft.com/office/drawing/2014/main" id="{A0DE6524-252A-144E-BC1A-F0FFBC7A353B}"/>
                </a:ext>
              </a:extLst>
            </p:cNvPr>
            <p:cNvSpPr txBox="1"/>
            <p:nvPr/>
          </p:nvSpPr>
          <p:spPr>
            <a:xfrm>
              <a:off x="5811576" y="2300505"/>
              <a:ext cx="433527" cy="62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SG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kumimoji="1" lang="zh-SG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21" name="组合 1120">
              <a:extLst>
                <a:ext uri="{FF2B5EF4-FFF2-40B4-BE49-F238E27FC236}">
                  <a16:creationId xmlns:a16="http://schemas.microsoft.com/office/drawing/2014/main" id="{82F0951F-F7CB-3440-9C86-F8D0F27D0D1D}"/>
                </a:ext>
              </a:extLst>
            </p:cNvPr>
            <p:cNvGrpSpPr/>
            <p:nvPr/>
          </p:nvGrpSpPr>
          <p:grpSpPr>
            <a:xfrm>
              <a:off x="2546499" y="1228614"/>
              <a:ext cx="1559097" cy="2757667"/>
              <a:chOff x="1004487" y="1146853"/>
              <a:chExt cx="1559097" cy="2757667"/>
            </a:xfrm>
          </p:grpSpPr>
          <p:sp>
            <p:nvSpPr>
              <p:cNvPr id="1122" name="圆角矩形 1121">
                <a:extLst>
                  <a:ext uri="{FF2B5EF4-FFF2-40B4-BE49-F238E27FC236}">
                    <a16:creationId xmlns:a16="http://schemas.microsoft.com/office/drawing/2014/main" id="{794D905D-2692-E74F-BE58-751FBC915BE0}"/>
                  </a:ext>
                </a:extLst>
              </p:cNvPr>
              <p:cNvSpPr/>
              <p:nvPr/>
            </p:nvSpPr>
            <p:spPr>
              <a:xfrm>
                <a:off x="1004487" y="1308230"/>
                <a:ext cx="1449346" cy="259629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pic>
            <p:nvPicPr>
              <p:cNvPr id="1123" name="图形 1122" descr="用户 纯色填充">
                <a:extLst>
                  <a:ext uri="{FF2B5EF4-FFF2-40B4-BE49-F238E27FC236}">
                    <a16:creationId xmlns:a16="http://schemas.microsoft.com/office/drawing/2014/main" id="{031B40A8-8998-0746-8CBC-E18EC8D071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36075" y="1146853"/>
                <a:ext cx="951875" cy="1087272"/>
              </a:xfrm>
              <a:prstGeom prst="rect">
                <a:avLst/>
              </a:prstGeom>
            </p:spPr>
          </p:pic>
          <p:grpSp>
            <p:nvGrpSpPr>
              <p:cNvPr id="1124" name="组合 1123">
                <a:extLst>
                  <a:ext uri="{FF2B5EF4-FFF2-40B4-BE49-F238E27FC236}">
                    <a16:creationId xmlns:a16="http://schemas.microsoft.com/office/drawing/2014/main" id="{EFE1F7CA-D9F9-D14B-AEE0-1D78E787DA40}"/>
                  </a:ext>
                </a:extLst>
              </p:cNvPr>
              <p:cNvGrpSpPr/>
              <p:nvPr/>
            </p:nvGrpSpPr>
            <p:grpSpPr>
              <a:xfrm>
                <a:off x="1224464" y="2451454"/>
                <a:ext cx="1016000" cy="1386397"/>
                <a:chOff x="1410557" y="2324503"/>
                <a:chExt cx="1210439" cy="2198632"/>
              </a:xfrm>
            </p:grpSpPr>
            <p:sp>
              <p:nvSpPr>
                <p:cNvPr id="1126" name="圆角矩形 1125">
                  <a:extLst>
                    <a:ext uri="{FF2B5EF4-FFF2-40B4-BE49-F238E27FC236}">
                      <a16:creationId xmlns:a16="http://schemas.microsoft.com/office/drawing/2014/main" id="{FAC9066D-587C-3147-BCEB-97618CBC04D6}"/>
                    </a:ext>
                  </a:extLst>
                </p:cNvPr>
                <p:cNvSpPr/>
                <p:nvPr/>
              </p:nvSpPr>
              <p:spPr>
                <a:xfrm>
                  <a:off x="1410557" y="2324503"/>
                  <a:ext cx="1210439" cy="219863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127" name="组合 1126">
                  <a:extLst>
                    <a:ext uri="{FF2B5EF4-FFF2-40B4-BE49-F238E27FC236}">
                      <a16:creationId xmlns:a16="http://schemas.microsoft.com/office/drawing/2014/main" id="{CAD8A774-8109-1A4C-96E9-1E383E3AE2D8}"/>
                    </a:ext>
                  </a:extLst>
                </p:cNvPr>
                <p:cNvGrpSpPr/>
                <p:nvPr/>
              </p:nvGrpSpPr>
              <p:grpSpPr>
                <a:xfrm>
                  <a:off x="1512014" y="2386816"/>
                  <a:ext cx="1003922" cy="2057768"/>
                  <a:chOff x="1291436" y="1408499"/>
                  <a:chExt cx="1037077" cy="1686761"/>
                </a:xfrm>
              </p:grpSpPr>
              <p:grpSp>
                <p:nvGrpSpPr>
                  <p:cNvPr id="1128" name="组合 1127">
                    <a:extLst>
                      <a:ext uri="{FF2B5EF4-FFF2-40B4-BE49-F238E27FC236}">
                        <a16:creationId xmlns:a16="http://schemas.microsoft.com/office/drawing/2014/main" id="{FED8CFDB-C7D4-0C40-AAAD-559AA3612696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154" name="椭圆 1153">
                      <a:extLst>
                        <a:ext uri="{FF2B5EF4-FFF2-40B4-BE49-F238E27FC236}">
                          <a16:creationId xmlns:a16="http://schemas.microsoft.com/office/drawing/2014/main" id="{E7F07EEB-E857-6F49-8914-E0EC20B60D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accent1">
                          <a:shade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55" name="椭圆 1154">
                      <a:extLst>
                        <a:ext uri="{FF2B5EF4-FFF2-40B4-BE49-F238E27FC236}">
                          <a16:creationId xmlns:a16="http://schemas.microsoft.com/office/drawing/2014/main" id="{DB0F4C44-E7A9-9244-A397-C30F92AE8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56" name="椭圆 1155">
                      <a:extLst>
                        <a:ext uri="{FF2B5EF4-FFF2-40B4-BE49-F238E27FC236}">
                          <a16:creationId xmlns:a16="http://schemas.microsoft.com/office/drawing/2014/main" id="{A09087B6-199C-544F-AA48-39A67E5161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57" name="椭圆 1156">
                      <a:extLst>
                        <a:ext uri="{FF2B5EF4-FFF2-40B4-BE49-F238E27FC236}">
                          <a16:creationId xmlns:a16="http://schemas.microsoft.com/office/drawing/2014/main" id="{74DC5D30-B016-BE4B-9D56-D1AC25774B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158" name="组合 1157">
                      <a:extLst>
                        <a:ext uri="{FF2B5EF4-FFF2-40B4-BE49-F238E27FC236}">
                          <a16:creationId xmlns:a16="http://schemas.microsoft.com/office/drawing/2014/main" id="{0CD6D96C-3629-9549-96EE-A2F63D5406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159" name="椭圆 1158">
                        <a:extLst>
                          <a:ext uri="{FF2B5EF4-FFF2-40B4-BE49-F238E27FC236}">
                            <a16:creationId xmlns:a16="http://schemas.microsoft.com/office/drawing/2014/main" id="{B6A72BAE-DB52-9E4B-A65E-8A3E95983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60" name="椭圆 1159">
                        <a:extLst>
                          <a:ext uri="{FF2B5EF4-FFF2-40B4-BE49-F238E27FC236}">
                            <a16:creationId xmlns:a16="http://schemas.microsoft.com/office/drawing/2014/main" id="{07ADA671-5CE2-CE41-B671-AFEC4F0C66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61" name="椭圆 1160">
                        <a:extLst>
                          <a:ext uri="{FF2B5EF4-FFF2-40B4-BE49-F238E27FC236}">
                            <a16:creationId xmlns:a16="http://schemas.microsoft.com/office/drawing/2014/main" id="{7189F14A-3E27-2049-B2DE-F34A24D9F5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129" name="组合 1128">
                    <a:extLst>
                      <a:ext uri="{FF2B5EF4-FFF2-40B4-BE49-F238E27FC236}">
                        <a16:creationId xmlns:a16="http://schemas.microsoft.com/office/drawing/2014/main" id="{BAB23322-5D34-DC49-8654-8F15756C041C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146" name="椭圆 1145">
                      <a:extLst>
                        <a:ext uri="{FF2B5EF4-FFF2-40B4-BE49-F238E27FC236}">
                          <a16:creationId xmlns:a16="http://schemas.microsoft.com/office/drawing/2014/main" id="{CA5C878E-6153-D94F-9BAB-10E3547BC4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47" name="椭圆 1146">
                      <a:extLst>
                        <a:ext uri="{FF2B5EF4-FFF2-40B4-BE49-F238E27FC236}">
                          <a16:creationId xmlns:a16="http://schemas.microsoft.com/office/drawing/2014/main" id="{5E62D30A-3FEE-0442-8D3B-36FE26C4E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48" name="椭圆 1147">
                      <a:extLst>
                        <a:ext uri="{FF2B5EF4-FFF2-40B4-BE49-F238E27FC236}">
                          <a16:creationId xmlns:a16="http://schemas.microsoft.com/office/drawing/2014/main" id="{E74A5ED4-6F8D-7A46-8829-0D16D26F7C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49" name="椭圆 1148">
                      <a:extLst>
                        <a:ext uri="{FF2B5EF4-FFF2-40B4-BE49-F238E27FC236}">
                          <a16:creationId xmlns:a16="http://schemas.microsoft.com/office/drawing/2014/main" id="{CDF706CC-D30B-3240-973C-D8A841CD15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150" name="组合 1149">
                      <a:extLst>
                        <a:ext uri="{FF2B5EF4-FFF2-40B4-BE49-F238E27FC236}">
                          <a16:creationId xmlns:a16="http://schemas.microsoft.com/office/drawing/2014/main" id="{F8F1F1CC-0743-C247-90FD-2D0071808B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151" name="椭圆 1150">
                        <a:extLst>
                          <a:ext uri="{FF2B5EF4-FFF2-40B4-BE49-F238E27FC236}">
                            <a16:creationId xmlns:a16="http://schemas.microsoft.com/office/drawing/2014/main" id="{E22271CC-8CCF-BF43-964E-15762C5CC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52" name="椭圆 1151">
                        <a:extLst>
                          <a:ext uri="{FF2B5EF4-FFF2-40B4-BE49-F238E27FC236}">
                            <a16:creationId xmlns:a16="http://schemas.microsoft.com/office/drawing/2014/main" id="{FBC6F67B-6BFD-A546-B5E7-F4C36928C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53" name="椭圆 1152">
                        <a:extLst>
                          <a:ext uri="{FF2B5EF4-FFF2-40B4-BE49-F238E27FC236}">
                            <a16:creationId xmlns:a16="http://schemas.microsoft.com/office/drawing/2014/main" id="{53B28836-960F-5D4D-B6FD-536260A0F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130" name="直线连接符 1129">
                    <a:extLst>
                      <a:ext uri="{FF2B5EF4-FFF2-40B4-BE49-F238E27FC236}">
                        <a16:creationId xmlns:a16="http://schemas.microsoft.com/office/drawing/2014/main" id="{D658E678-79B1-FF42-974C-17A1816CB426}"/>
                      </a:ext>
                    </a:extLst>
                  </p:cNvPr>
                  <p:cNvCxnSpPr>
                    <a:cxnSpLocks/>
                    <a:stCxn id="1154" idx="6"/>
                    <a:endCxn id="1146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1" name="直线连接符 1130">
                    <a:extLst>
                      <a:ext uri="{FF2B5EF4-FFF2-40B4-BE49-F238E27FC236}">
                        <a16:creationId xmlns:a16="http://schemas.microsoft.com/office/drawing/2014/main" id="{18FD7252-404F-4E4C-AA7A-E8422D8190C4}"/>
                      </a:ext>
                    </a:extLst>
                  </p:cNvPr>
                  <p:cNvCxnSpPr>
                    <a:cxnSpLocks/>
                    <a:stCxn id="1154" idx="6"/>
                    <a:endCxn id="1147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2" name="直线连接符 1131">
                    <a:extLst>
                      <a:ext uri="{FF2B5EF4-FFF2-40B4-BE49-F238E27FC236}">
                        <a16:creationId xmlns:a16="http://schemas.microsoft.com/office/drawing/2014/main" id="{F92C6BDA-420E-ED45-B2AD-C9429E26581C}"/>
                      </a:ext>
                    </a:extLst>
                  </p:cNvPr>
                  <p:cNvCxnSpPr>
                    <a:cxnSpLocks/>
                    <a:stCxn id="1154" idx="6"/>
                    <a:endCxn id="1148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3" name="直线连接符 1132">
                    <a:extLst>
                      <a:ext uri="{FF2B5EF4-FFF2-40B4-BE49-F238E27FC236}">
                        <a16:creationId xmlns:a16="http://schemas.microsoft.com/office/drawing/2014/main" id="{40E05EEE-9855-1741-B2E1-1F2C7FD7AF49}"/>
                      </a:ext>
                    </a:extLst>
                  </p:cNvPr>
                  <p:cNvCxnSpPr>
                    <a:cxnSpLocks/>
                    <a:stCxn id="1154" idx="6"/>
                    <a:endCxn id="1149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4" name="直线连接符 1133">
                    <a:extLst>
                      <a:ext uri="{FF2B5EF4-FFF2-40B4-BE49-F238E27FC236}">
                        <a16:creationId xmlns:a16="http://schemas.microsoft.com/office/drawing/2014/main" id="{61E6B201-F935-7445-8688-653839A29732}"/>
                      </a:ext>
                    </a:extLst>
                  </p:cNvPr>
                  <p:cNvCxnSpPr>
                    <a:cxnSpLocks/>
                    <a:stCxn id="1155" idx="6"/>
                    <a:endCxn id="1146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直线连接符 1134">
                    <a:extLst>
                      <a:ext uri="{FF2B5EF4-FFF2-40B4-BE49-F238E27FC236}">
                        <a16:creationId xmlns:a16="http://schemas.microsoft.com/office/drawing/2014/main" id="{3A575B97-4EF1-7647-86CC-DF9C4C85E31B}"/>
                      </a:ext>
                    </a:extLst>
                  </p:cNvPr>
                  <p:cNvCxnSpPr>
                    <a:cxnSpLocks/>
                    <a:stCxn id="1155" idx="6"/>
                    <a:endCxn id="1147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6" name="直线连接符 1135">
                    <a:extLst>
                      <a:ext uri="{FF2B5EF4-FFF2-40B4-BE49-F238E27FC236}">
                        <a16:creationId xmlns:a16="http://schemas.microsoft.com/office/drawing/2014/main" id="{2F7263E8-5DB5-D54B-859F-E710D207BE81}"/>
                      </a:ext>
                    </a:extLst>
                  </p:cNvPr>
                  <p:cNvCxnSpPr>
                    <a:cxnSpLocks/>
                    <a:stCxn id="1155" idx="6"/>
                    <a:endCxn id="1148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直线连接符 1136">
                    <a:extLst>
                      <a:ext uri="{FF2B5EF4-FFF2-40B4-BE49-F238E27FC236}">
                        <a16:creationId xmlns:a16="http://schemas.microsoft.com/office/drawing/2014/main" id="{9A87EF44-4201-BA46-B9DF-CCF28CAD34FE}"/>
                      </a:ext>
                    </a:extLst>
                  </p:cNvPr>
                  <p:cNvCxnSpPr>
                    <a:cxnSpLocks/>
                    <a:stCxn id="1156" idx="6"/>
                    <a:endCxn id="1148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直线连接符 1137">
                    <a:extLst>
                      <a:ext uri="{FF2B5EF4-FFF2-40B4-BE49-F238E27FC236}">
                        <a16:creationId xmlns:a16="http://schemas.microsoft.com/office/drawing/2014/main" id="{DFBC8281-620E-514A-A96F-A122D76D82EB}"/>
                      </a:ext>
                    </a:extLst>
                  </p:cNvPr>
                  <p:cNvCxnSpPr>
                    <a:cxnSpLocks/>
                    <a:stCxn id="1155" idx="6"/>
                    <a:endCxn id="1149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9" name="直线连接符 1138">
                    <a:extLst>
                      <a:ext uri="{FF2B5EF4-FFF2-40B4-BE49-F238E27FC236}">
                        <a16:creationId xmlns:a16="http://schemas.microsoft.com/office/drawing/2014/main" id="{2FBB15C9-5111-9F45-9179-12A494851773}"/>
                      </a:ext>
                    </a:extLst>
                  </p:cNvPr>
                  <p:cNvCxnSpPr>
                    <a:cxnSpLocks/>
                    <a:stCxn id="1156" idx="6"/>
                    <a:endCxn id="1146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直线连接符 1139">
                    <a:extLst>
                      <a:ext uri="{FF2B5EF4-FFF2-40B4-BE49-F238E27FC236}">
                        <a16:creationId xmlns:a16="http://schemas.microsoft.com/office/drawing/2014/main" id="{C79455E0-C702-0348-A9A9-2CF04CE35CB9}"/>
                      </a:ext>
                    </a:extLst>
                  </p:cNvPr>
                  <p:cNvCxnSpPr>
                    <a:cxnSpLocks/>
                    <a:stCxn id="1156" idx="6"/>
                    <a:endCxn id="1147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直线连接符 1140">
                    <a:extLst>
                      <a:ext uri="{FF2B5EF4-FFF2-40B4-BE49-F238E27FC236}">
                        <a16:creationId xmlns:a16="http://schemas.microsoft.com/office/drawing/2014/main" id="{7F706082-90D6-F74E-83FE-F7F8349048D5}"/>
                      </a:ext>
                    </a:extLst>
                  </p:cNvPr>
                  <p:cNvCxnSpPr>
                    <a:cxnSpLocks/>
                    <a:stCxn id="1156" idx="6"/>
                    <a:endCxn id="1149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2" name="直线连接符 1141">
                    <a:extLst>
                      <a:ext uri="{FF2B5EF4-FFF2-40B4-BE49-F238E27FC236}">
                        <a16:creationId xmlns:a16="http://schemas.microsoft.com/office/drawing/2014/main" id="{2B6607C3-07A8-8B4B-B115-15F24ACF1D1C}"/>
                      </a:ext>
                    </a:extLst>
                  </p:cNvPr>
                  <p:cNvCxnSpPr>
                    <a:cxnSpLocks/>
                    <a:stCxn id="1157" idx="6"/>
                    <a:endCxn id="1148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直线连接符 1142">
                    <a:extLst>
                      <a:ext uri="{FF2B5EF4-FFF2-40B4-BE49-F238E27FC236}">
                        <a16:creationId xmlns:a16="http://schemas.microsoft.com/office/drawing/2014/main" id="{AB034861-F9E2-9647-94AF-414B199111B2}"/>
                      </a:ext>
                    </a:extLst>
                  </p:cNvPr>
                  <p:cNvCxnSpPr>
                    <a:cxnSpLocks/>
                    <a:stCxn id="1157" idx="6"/>
                    <a:endCxn id="1146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直线连接符 1143">
                    <a:extLst>
                      <a:ext uri="{FF2B5EF4-FFF2-40B4-BE49-F238E27FC236}">
                        <a16:creationId xmlns:a16="http://schemas.microsoft.com/office/drawing/2014/main" id="{A7AC122F-A186-6149-89BE-A3F03EF08B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5" name="直线连接符 1144">
                    <a:extLst>
                      <a:ext uri="{FF2B5EF4-FFF2-40B4-BE49-F238E27FC236}">
                        <a16:creationId xmlns:a16="http://schemas.microsoft.com/office/drawing/2014/main" id="{965D2A08-4946-184D-9D81-F469C03BE4B4}"/>
                      </a:ext>
                    </a:extLst>
                  </p:cNvPr>
                  <p:cNvCxnSpPr>
                    <a:cxnSpLocks/>
                    <a:stCxn id="1157" idx="6"/>
                    <a:endCxn id="1149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942E29B8-991E-4745-97D3-2FC9CA7D5F9A}"/>
                  </a:ext>
                </a:extLst>
              </p:cNvPr>
              <p:cNvSpPr txBox="1"/>
              <p:nvPr/>
            </p:nvSpPr>
            <p:spPr>
              <a:xfrm>
                <a:off x="1090093" y="1947708"/>
                <a:ext cx="1473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 1</a:t>
                </a:r>
                <a:endParaRPr kumimoji="1" lang="zh-SG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62" name="组合 1161">
              <a:extLst>
                <a:ext uri="{FF2B5EF4-FFF2-40B4-BE49-F238E27FC236}">
                  <a16:creationId xmlns:a16="http://schemas.microsoft.com/office/drawing/2014/main" id="{8DFE262C-6E47-6649-A1F7-DF9310279FA2}"/>
                </a:ext>
              </a:extLst>
            </p:cNvPr>
            <p:cNvGrpSpPr/>
            <p:nvPr/>
          </p:nvGrpSpPr>
          <p:grpSpPr>
            <a:xfrm>
              <a:off x="6525085" y="1176715"/>
              <a:ext cx="1559097" cy="2757667"/>
              <a:chOff x="1004487" y="1146853"/>
              <a:chExt cx="1559097" cy="2757667"/>
            </a:xfrm>
          </p:grpSpPr>
          <p:sp>
            <p:nvSpPr>
              <p:cNvPr id="1163" name="圆角矩形 1162">
                <a:extLst>
                  <a:ext uri="{FF2B5EF4-FFF2-40B4-BE49-F238E27FC236}">
                    <a16:creationId xmlns:a16="http://schemas.microsoft.com/office/drawing/2014/main" id="{A16D3CC5-71AC-8742-94CB-95A1A6C7BE02}"/>
                  </a:ext>
                </a:extLst>
              </p:cNvPr>
              <p:cNvSpPr/>
              <p:nvPr/>
            </p:nvSpPr>
            <p:spPr>
              <a:xfrm>
                <a:off x="1004487" y="1308230"/>
                <a:ext cx="1449346" cy="259629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pic>
            <p:nvPicPr>
              <p:cNvPr id="1164" name="图形 1163" descr="用户 纯色填充">
                <a:extLst>
                  <a:ext uri="{FF2B5EF4-FFF2-40B4-BE49-F238E27FC236}">
                    <a16:creationId xmlns:a16="http://schemas.microsoft.com/office/drawing/2014/main" id="{E0DC8791-96C4-9A49-A506-DC7832D70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36075" y="1146853"/>
                <a:ext cx="951875" cy="1087272"/>
              </a:xfrm>
              <a:prstGeom prst="rect">
                <a:avLst/>
              </a:prstGeom>
            </p:spPr>
          </p:pic>
          <p:grpSp>
            <p:nvGrpSpPr>
              <p:cNvPr id="1165" name="组合 1164">
                <a:extLst>
                  <a:ext uri="{FF2B5EF4-FFF2-40B4-BE49-F238E27FC236}">
                    <a16:creationId xmlns:a16="http://schemas.microsoft.com/office/drawing/2014/main" id="{E5EEEC5C-6E37-9949-997B-2558945C2026}"/>
                  </a:ext>
                </a:extLst>
              </p:cNvPr>
              <p:cNvGrpSpPr/>
              <p:nvPr/>
            </p:nvGrpSpPr>
            <p:grpSpPr>
              <a:xfrm>
                <a:off x="1224464" y="2451454"/>
                <a:ext cx="1016000" cy="1386397"/>
                <a:chOff x="1410557" y="2324503"/>
                <a:chExt cx="1210439" cy="2198632"/>
              </a:xfrm>
            </p:grpSpPr>
            <p:sp>
              <p:nvSpPr>
                <p:cNvPr id="1167" name="圆角矩形 1166">
                  <a:extLst>
                    <a:ext uri="{FF2B5EF4-FFF2-40B4-BE49-F238E27FC236}">
                      <a16:creationId xmlns:a16="http://schemas.microsoft.com/office/drawing/2014/main" id="{E3A0511E-9D0C-5A47-B675-8C0B625F1901}"/>
                    </a:ext>
                  </a:extLst>
                </p:cNvPr>
                <p:cNvSpPr/>
                <p:nvPr/>
              </p:nvSpPr>
              <p:spPr>
                <a:xfrm>
                  <a:off x="1410557" y="2324503"/>
                  <a:ext cx="1210439" cy="219863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168" name="组合 1167">
                  <a:extLst>
                    <a:ext uri="{FF2B5EF4-FFF2-40B4-BE49-F238E27FC236}">
                      <a16:creationId xmlns:a16="http://schemas.microsoft.com/office/drawing/2014/main" id="{29B5AF58-7559-5A4F-ACBF-AD9258F83991}"/>
                    </a:ext>
                  </a:extLst>
                </p:cNvPr>
                <p:cNvGrpSpPr/>
                <p:nvPr/>
              </p:nvGrpSpPr>
              <p:grpSpPr>
                <a:xfrm>
                  <a:off x="1512014" y="2386816"/>
                  <a:ext cx="1003922" cy="2057768"/>
                  <a:chOff x="1291436" y="1408499"/>
                  <a:chExt cx="1037077" cy="1686761"/>
                </a:xfrm>
              </p:grpSpPr>
              <p:grpSp>
                <p:nvGrpSpPr>
                  <p:cNvPr id="1169" name="组合 1168">
                    <a:extLst>
                      <a:ext uri="{FF2B5EF4-FFF2-40B4-BE49-F238E27FC236}">
                        <a16:creationId xmlns:a16="http://schemas.microsoft.com/office/drawing/2014/main" id="{50428879-CD55-CA49-8161-90306BCC93BC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195" name="椭圆 1194">
                      <a:extLst>
                        <a:ext uri="{FF2B5EF4-FFF2-40B4-BE49-F238E27FC236}">
                          <a16:creationId xmlns:a16="http://schemas.microsoft.com/office/drawing/2014/main" id="{741926CC-105A-6645-BFA6-6E2373BDE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accent1">
                          <a:shade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96" name="椭圆 1195">
                      <a:extLst>
                        <a:ext uri="{FF2B5EF4-FFF2-40B4-BE49-F238E27FC236}">
                          <a16:creationId xmlns:a16="http://schemas.microsoft.com/office/drawing/2014/main" id="{B4B91597-060B-1D4F-99EA-017909CDAF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97" name="椭圆 1196">
                      <a:extLst>
                        <a:ext uri="{FF2B5EF4-FFF2-40B4-BE49-F238E27FC236}">
                          <a16:creationId xmlns:a16="http://schemas.microsoft.com/office/drawing/2014/main" id="{EE465D42-32CB-DF46-928F-7BE3C2C6C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98" name="椭圆 1197">
                      <a:extLst>
                        <a:ext uri="{FF2B5EF4-FFF2-40B4-BE49-F238E27FC236}">
                          <a16:creationId xmlns:a16="http://schemas.microsoft.com/office/drawing/2014/main" id="{86627D07-EEA7-FE45-BA26-14F945935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199" name="组合 1198">
                      <a:extLst>
                        <a:ext uri="{FF2B5EF4-FFF2-40B4-BE49-F238E27FC236}">
                          <a16:creationId xmlns:a16="http://schemas.microsoft.com/office/drawing/2014/main" id="{96DE830A-7EB3-7A4B-A72A-08A886BF7F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200" name="椭圆 1199">
                        <a:extLst>
                          <a:ext uri="{FF2B5EF4-FFF2-40B4-BE49-F238E27FC236}">
                            <a16:creationId xmlns:a16="http://schemas.microsoft.com/office/drawing/2014/main" id="{FBA87729-3E04-5446-B8D0-D2035EC625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01" name="椭圆 1200">
                        <a:extLst>
                          <a:ext uri="{FF2B5EF4-FFF2-40B4-BE49-F238E27FC236}">
                            <a16:creationId xmlns:a16="http://schemas.microsoft.com/office/drawing/2014/main" id="{72007A14-7C0E-B04B-A45C-C02DECAF5F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02" name="椭圆 1201">
                        <a:extLst>
                          <a:ext uri="{FF2B5EF4-FFF2-40B4-BE49-F238E27FC236}">
                            <a16:creationId xmlns:a16="http://schemas.microsoft.com/office/drawing/2014/main" id="{C56ED176-6EEB-554E-B59C-6F531C0AE7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170" name="组合 1169">
                    <a:extLst>
                      <a:ext uri="{FF2B5EF4-FFF2-40B4-BE49-F238E27FC236}">
                        <a16:creationId xmlns:a16="http://schemas.microsoft.com/office/drawing/2014/main" id="{4FBBC2B1-ED79-D346-A074-1727CB10B643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187" name="椭圆 1186">
                      <a:extLst>
                        <a:ext uri="{FF2B5EF4-FFF2-40B4-BE49-F238E27FC236}">
                          <a16:creationId xmlns:a16="http://schemas.microsoft.com/office/drawing/2014/main" id="{7516912E-2473-9744-95E9-6771AD32DE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88" name="椭圆 1187">
                      <a:extLst>
                        <a:ext uri="{FF2B5EF4-FFF2-40B4-BE49-F238E27FC236}">
                          <a16:creationId xmlns:a16="http://schemas.microsoft.com/office/drawing/2014/main" id="{34AC1726-14A6-2F4C-8CFC-7EAA2C84E3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89" name="椭圆 1188">
                      <a:extLst>
                        <a:ext uri="{FF2B5EF4-FFF2-40B4-BE49-F238E27FC236}">
                          <a16:creationId xmlns:a16="http://schemas.microsoft.com/office/drawing/2014/main" id="{3586ACCC-AD4D-264C-9832-7E644210F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190" name="椭圆 1189">
                      <a:extLst>
                        <a:ext uri="{FF2B5EF4-FFF2-40B4-BE49-F238E27FC236}">
                          <a16:creationId xmlns:a16="http://schemas.microsoft.com/office/drawing/2014/main" id="{E9A4397F-1E34-5A4A-BCEE-2AE0B5232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191" name="组合 1190">
                      <a:extLst>
                        <a:ext uri="{FF2B5EF4-FFF2-40B4-BE49-F238E27FC236}">
                          <a16:creationId xmlns:a16="http://schemas.microsoft.com/office/drawing/2014/main" id="{3C7F52AB-5ACD-D14B-B4E7-B6227661FD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192" name="椭圆 1191">
                        <a:extLst>
                          <a:ext uri="{FF2B5EF4-FFF2-40B4-BE49-F238E27FC236}">
                            <a16:creationId xmlns:a16="http://schemas.microsoft.com/office/drawing/2014/main" id="{3D46EDC9-625E-A34A-BEA9-E9EE4FD1A8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93" name="椭圆 1192">
                        <a:extLst>
                          <a:ext uri="{FF2B5EF4-FFF2-40B4-BE49-F238E27FC236}">
                            <a16:creationId xmlns:a16="http://schemas.microsoft.com/office/drawing/2014/main" id="{D1A7434D-B674-F14F-A247-6C2E647034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194" name="椭圆 1193">
                        <a:extLst>
                          <a:ext uri="{FF2B5EF4-FFF2-40B4-BE49-F238E27FC236}">
                            <a16:creationId xmlns:a16="http://schemas.microsoft.com/office/drawing/2014/main" id="{4C510BDD-D342-834B-B08E-34105302DD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171" name="直线连接符 1170">
                    <a:extLst>
                      <a:ext uri="{FF2B5EF4-FFF2-40B4-BE49-F238E27FC236}">
                        <a16:creationId xmlns:a16="http://schemas.microsoft.com/office/drawing/2014/main" id="{D6C0B2D3-7F1F-5648-8820-791CE613E1D5}"/>
                      </a:ext>
                    </a:extLst>
                  </p:cNvPr>
                  <p:cNvCxnSpPr>
                    <a:cxnSpLocks/>
                    <a:stCxn id="1195" idx="6"/>
                    <a:endCxn id="1187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2" name="直线连接符 1171">
                    <a:extLst>
                      <a:ext uri="{FF2B5EF4-FFF2-40B4-BE49-F238E27FC236}">
                        <a16:creationId xmlns:a16="http://schemas.microsoft.com/office/drawing/2014/main" id="{21E92A9D-0188-B147-8307-709248113655}"/>
                      </a:ext>
                    </a:extLst>
                  </p:cNvPr>
                  <p:cNvCxnSpPr>
                    <a:cxnSpLocks/>
                    <a:stCxn id="1195" idx="6"/>
                    <a:endCxn id="1188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3" name="直线连接符 1172">
                    <a:extLst>
                      <a:ext uri="{FF2B5EF4-FFF2-40B4-BE49-F238E27FC236}">
                        <a16:creationId xmlns:a16="http://schemas.microsoft.com/office/drawing/2014/main" id="{0C18EC66-344F-A447-BF0A-B066286E2BB7}"/>
                      </a:ext>
                    </a:extLst>
                  </p:cNvPr>
                  <p:cNvCxnSpPr>
                    <a:cxnSpLocks/>
                    <a:stCxn id="1195" idx="6"/>
                    <a:endCxn id="1189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4" name="直线连接符 1173">
                    <a:extLst>
                      <a:ext uri="{FF2B5EF4-FFF2-40B4-BE49-F238E27FC236}">
                        <a16:creationId xmlns:a16="http://schemas.microsoft.com/office/drawing/2014/main" id="{6A4F7B1F-2CE8-3744-8107-246308E79C57}"/>
                      </a:ext>
                    </a:extLst>
                  </p:cNvPr>
                  <p:cNvCxnSpPr>
                    <a:cxnSpLocks/>
                    <a:stCxn id="1195" idx="6"/>
                    <a:endCxn id="1190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5" name="直线连接符 1174">
                    <a:extLst>
                      <a:ext uri="{FF2B5EF4-FFF2-40B4-BE49-F238E27FC236}">
                        <a16:creationId xmlns:a16="http://schemas.microsoft.com/office/drawing/2014/main" id="{7F769DA4-F70F-AD49-8C9D-2A7CB4E242A2}"/>
                      </a:ext>
                    </a:extLst>
                  </p:cNvPr>
                  <p:cNvCxnSpPr>
                    <a:cxnSpLocks/>
                    <a:stCxn id="1196" idx="6"/>
                    <a:endCxn id="1187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6" name="直线连接符 1175">
                    <a:extLst>
                      <a:ext uri="{FF2B5EF4-FFF2-40B4-BE49-F238E27FC236}">
                        <a16:creationId xmlns:a16="http://schemas.microsoft.com/office/drawing/2014/main" id="{38044FB3-C9E7-8646-A203-3FE34C05AD84}"/>
                      </a:ext>
                    </a:extLst>
                  </p:cNvPr>
                  <p:cNvCxnSpPr>
                    <a:cxnSpLocks/>
                    <a:stCxn id="1196" idx="6"/>
                    <a:endCxn id="1188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7" name="直线连接符 1176">
                    <a:extLst>
                      <a:ext uri="{FF2B5EF4-FFF2-40B4-BE49-F238E27FC236}">
                        <a16:creationId xmlns:a16="http://schemas.microsoft.com/office/drawing/2014/main" id="{ED1E68DC-58A3-1149-82EB-E6E3B1FB4CC9}"/>
                      </a:ext>
                    </a:extLst>
                  </p:cNvPr>
                  <p:cNvCxnSpPr>
                    <a:cxnSpLocks/>
                    <a:stCxn id="1196" idx="6"/>
                    <a:endCxn id="1189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8" name="直线连接符 1177">
                    <a:extLst>
                      <a:ext uri="{FF2B5EF4-FFF2-40B4-BE49-F238E27FC236}">
                        <a16:creationId xmlns:a16="http://schemas.microsoft.com/office/drawing/2014/main" id="{959A2E9D-4968-604B-9296-069AC1B545EA}"/>
                      </a:ext>
                    </a:extLst>
                  </p:cNvPr>
                  <p:cNvCxnSpPr>
                    <a:cxnSpLocks/>
                    <a:stCxn id="1197" idx="6"/>
                    <a:endCxn id="1189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9" name="直线连接符 1178">
                    <a:extLst>
                      <a:ext uri="{FF2B5EF4-FFF2-40B4-BE49-F238E27FC236}">
                        <a16:creationId xmlns:a16="http://schemas.microsoft.com/office/drawing/2014/main" id="{19F932BF-2A0B-FB4F-8C59-735BE191A3CD}"/>
                      </a:ext>
                    </a:extLst>
                  </p:cNvPr>
                  <p:cNvCxnSpPr>
                    <a:cxnSpLocks/>
                    <a:stCxn id="1196" idx="6"/>
                    <a:endCxn id="1190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0" name="直线连接符 1179">
                    <a:extLst>
                      <a:ext uri="{FF2B5EF4-FFF2-40B4-BE49-F238E27FC236}">
                        <a16:creationId xmlns:a16="http://schemas.microsoft.com/office/drawing/2014/main" id="{B9E618B7-AC49-2C4D-968C-5FAC52100425}"/>
                      </a:ext>
                    </a:extLst>
                  </p:cNvPr>
                  <p:cNvCxnSpPr>
                    <a:cxnSpLocks/>
                    <a:stCxn id="1197" idx="6"/>
                    <a:endCxn id="1187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1" name="直线连接符 1180">
                    <a:extLst>
                      <a:ext uri="{FF2B5EF4-FFF2-40B4-BE49-F238E27FC236}">
                        <a16:creationId xmlns:a16="http://schemas.microsoft.com/office/drawing/2014/main" id="{5496B03F-1938-5049-A2DA-696110BB27E8}"/>
                      </a:ext>
                    </a:extLst>
                  </p:cNvPr>
                  <p:cNvCxnSpPr>
                    <a:cxnSpLocks/>
                    <a:stCxn id="1197" idx="6"/>
                    <a:endCxn id="1188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2" name="直线连接符 1181">
                    <a:extLst>
                      <a:ext uri="{FF2B5EF4-FFF2-40B4-BE49-F238E27FC236}">
                        <a16:creationId xmlns:a16="http://schemas.microsoft.com/office/drawing/2014/main" id="{EE13DF51-F97E-474A-B837-606FA0BFB944}"/>
                      </a:ext>
                    </a:extLst>
                  </p:cNvPr>
                  <p:cNvCxnSpPr>
                    <a:cxnSpLocks/>
                    <a:stCxn id="1197" idx="6"/>
                    <a:endCxn id="1190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3" name="直线连接符 1182">
                    <a:extLst>
                      <a:ext uri="{FF2B5EF4-FFF2-40B4-BE49-F238E27FC236}">
                        <a16:creationId xmlns:a16="http://schemas.microsoft.com/office/drawing/2014/main" id="{996BA738-AA4E-2540-9979-9ED22CBE25DF}"/>
                      </a:ext>
                    </a:extLst>
                  </p:cNvPr>
                  <p:cNvCxnSpPr>
                    <a:cxnSpLocks/>
                    <a:stCxn id="1198" idx="6"/>
                    <a:endCxn id="1189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4" name="直线连接符 1183">
                    <a:extLst>
                      <a:ext uri="{FF2B5EF4-FFF2-40B4-BE49-F238E27FC236}">
                        <a16:creationId xmlns:a16="http://schemas.microsoft.com/office/drawing/2014/main" id="{A201BB20-4E75-DD4E-B908-B96A5B73AFCB}"/>
                      </a:ext>
                    </a:extLst>
                  </p:cNvPr>
                  <p:cNvCxnSpPr>
                    <a:cxnSpLocks/>
                    <a:stCxn id="1198" idx="6"/>
                    <a:endCxn id="1187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5" name="直线连接符 1184">
                    <a:extLst>
                      <a:ext uri="{FF2B5EF4-FFF2-40B4-BE49-F238E27FC236}">
                        <a16:creationId xmlns:a16="http://schemas.microsoft.com/office/drawing/2014/main" id="{53DCAF22-8F81-6442-AB3D-233A6C35F2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6" name="直线连接符 1185">
                    <a:extLst>
                      <a:ext uri="{FF2B5EF4-FFF2-40B4-BE49-F238E27FC236}">
                        <a16:creationId xmlns:a16="http://schemas.microsoft.com/office/drawing/2014/main" id="{AD179459-5FB5-1641-9CFB-AA6DE885270F}"/>
                      </a:ext>
                    </a:extLst>
                  </p:cNvPr>
                  <p:cNvCxnSpPr>
                    <a:cxnSpLocks/>
                    <a:stCxn id="1198" idx="6"/>
                    <a:endCxn id="1190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66" name="文本框 1165">
                <a:extLst>
                  <a:ext uri="{FF2B5EF4-FFF2-40B4-BE49-F238E27FC236}">
                    <a16:creationId xmlns:a16="http://schemas.microsoft.com/office/drawing/2014/main" id="{F9D4B3F0-4F79-A540-80C9-8779460961D5}"/>
                  </a:ext>
                </a:extLst>
              </p:cNvPr>
              <p:cNvSpPr txBox="1"/>
              <p:nvPr/>
            </p:nvSpPr>
            <p:spPr>
              <a:xfrm>
                <a:off x="1090093" y="1947708"/>
                <a:ext cx="1473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 1</a:t>
                </a:r>
                <a:endParaRPr kumimoji="1" lang="zh-SG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03" name="组合 1202">
              <a:extLst>
                <a:ext uri="{FF2B5EF4-FFF2-40B4-BE49-F238E27FC236}">
                  <a16:creationId xmlns:a16="http://schemas.microsoft.com/office/drawing/2014/main" id="{F9CB4906-8034-0C4F-8B90-AA8BA72C50FE}"/>
                </a:ext>
              </a:extLst>
            </p:cNvPr>
            <p:cNvGrpSpPr/>
            <p:nvPr/>
          </p:nvGrpSpPr>
          <p:grpSpPr>
            <a:xfrm>
              <a:off x="4226370" y="1221050"/>
              <a:ext cx="1559097" cy="2757667"/>
              <a:chOff x="1004487" y="1146853"/>
              <a:chExt cx="1559097" cy="2757667"/>
            </a:xfrm>
          </p:grpSpPr>
          <p:sp>
            <p:nvSpPr>
              <p:cNvPr id="1204" name="圆角矩形 1203">
                <a:extLst>
                  <a:ext uri="{FF2B5EF4-FFF2-40B4-BE49-F238E27FC236}">
                    <a16:creationId xmlns:a16="http://schemas.microsoft.com/office/drawing/2014/main" id="{8A832C41-8022-124D-826A-6E56D4D1CF3D}"/>
                  </a:ext>
                </a:extLst>
              </p:cNvPr>
              <p:cNvSpPr/>
              <p:nvPr/>
            </p:nvSpPr>
            <p:spPr>
              <a:xfrm>
                <a:off x="1004487" y="1308230"/>
                <a:ext cx="1449346" cy="259629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pic>
            <p:nvPicPr>
              <p:cNvPr id="1205" name="图形 1204" descr="用户 纯色填充">
                <a:extLst>
                  <a:ext uri="{FF2B5EF4-FFF2-40B4-BE49-F238E27FC236}">
                    <a16:creationId xmlns:a16="http://schemas.microsoft.com/office/drawing/2014/main" id="{846422A6-E693-AB44-9EFB-C58DDE0523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236075" y="1146853"/>
                <a:ext cx="951875" cy="1087272"/>
              </a:xfrm>
              <a:prstGeom prst="rect">
                <a:avLst/>
              </a:prstGeom>
            </p:spPr>
          </p:pic>
          <p:grpSp>
            <p:nvGrpSpPr>
              <p:cNvPr id="1206" name="组合 1205">
                <a:extLst>
                  <a:ext uri="{FF2B5EF4-FFF2-40B4-BE49-F238E27FC236}">
                    <a16:creationId xmlns:a16="http://schemas.microsoft.com/office/drawing/2014/main" id="{B1DFA2C3-83AE-A64A-AD09-A66CF7B49595}"/>
                  </a:ext>
                </a:extLst>
              </p:cNvPr>
              <p:cNvGrpSpPr/>
              <p:nvPr/>
            </p:nvGrpSpPr>
            <p:grpSpPr>
              <a:xfrm>
                <a:off x="1224464" y="2451454"/>
                <a:ext cx="1016000" cy="1386397"/>
                <a:chOff x="1410557" y="2324503"/>
                <a:chExt cx="1210439" cy="2198632"/>
              </a:xfrm>
            </p:grpSpPr>
            <p:sp>
              <p:nvSpPr>
                <p:cNvPr id="1208" name="圆角矩形 1207">
                  <a:extLst>
                    <a:ext uri="{FF2B5EF4-FFF2-40B4-BE49-F238E27FC236}">
                      <a16:creationId xmlns:a16="http://schemas.microsoft.com/office/drawing/2014/main" id="{D4B1FFB9-C7DC-DF4B-BFE9-1E110EF15E57}"/>
                    </a:ext>
                  </a:extLst>
                </p:cNvPr>
                <p:cNvSpPr/>
                <p:nvPr/>
              </p:nvSpPr>
              <p:spPr>
                <a:xfrm>
                  <a:off x="1410557" y="2324503"/>
                  <a:ext cx="1210439" cy="219863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209" name="组合 1208">
                  <a:extLst>
                    <a:ext uri="{FF2B5EF4-FFF2-40B4-BE49-F238E27FC236}">
                      <a16:creationId xmlns:a16="http://schemas.microsoft.com/office/drawing/2014/main" id="{FA5EECE5-D5F0-174A-BD4C-C9679C41CE83}"/>
                    </a:ext>
                  </a:extLst>
                </p:cNvPr>
                <p:cNvGrpSpPr/>
                <p:nvPr/>
              </p:nvGrpSpPr>
              <p:grpSpPr>
                <a:xfrm>
                  <a:off x="1512014" y="2386816"/>
                  <a:ext cx="1003922" cy="2057768"/>
                  <a:chOff x="1291436" y="1408499"/>
                  <a:chExt cx="1037077" cy="1686761"/>
                </a:xfrm>
              </p:grpSpPr>
              <p:grpSp>
                <p:nvGrpSpPr>
                  <p:cNvPr id="1210" name="组合 1209">
                    <a:extLst>
                      <a:ext uri="{FF2B5EF4-FFF2-40B4-BE49-F238E27FC236}">
                        <a16:creationId xmlns:a16="http://schemas.microsoft.com/office/drawing/2014/main" id="{F657D615-42EB-9443-B130-53CE3D623E90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236" name="椭圆 1235">
                      <a:extLst>
                        <a:ext uri="{FF2B5EF4-FFF2-40B4-BE49-F238E27FC236}">
                          <a16:creationId xmlns:a16="http://schemas.microsoft.com/office/drawing/2014/main" id="{16BD32D1-15EF-1D45-B6BC-9FBC6243FC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accent1">
                          <a:shade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37" name="椭圆 1236">
                      <a:extLst>
                        <a:ext uri="{FF2B5EF4-FFF2-40B4-BE49-F238E27FC236}">
                          <a16:creationId xmlns:a16="http://schemas.microsoft.com/office/drawing/2014/main" id="{576AE875-A9A4-9140-A514-884711451C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38" name="椭圆 1237">
                      <a:extLst>
                        <a:ext uri="{FF2B5EF4-FFF2-40B4-BE49-F238E27FC236}">
                          <a16:creationId xmlns:a16="http://schemas.microsoft.com/office/drawing/2014/main" id="{74B2E429-9FC1-3B46-803A-FD827AB408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39" name="椭圆 1238">
                      <a:extLst>
                        <a:ext uri="{FF2B5EF4-FFF2-40B4-BE49-F238E27FC236}">
                          <a16:creationId xmlns:a16="http://schemas.microsoft.com/office/drawing/2014/main" id="{712C1155-7FEF-C449-9A04-CDDA50EF8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240" name="组合 1239">
                      <a:extLst>
                        <a:ext uri="{FF2B5EF4-FFF2-40B4-BE49-F238E27FC236}">
                          <a16:creationId xmlns:a16="http://schemas.microsoft.com/office/drawing/2014/main" id="{7EFD07DC-9651-6E48-816B-20C45FB284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241" name="椭圆 1240">
                        <a:extLst>
                          <a:ext uri="{FF2B5EF4-FFF2-40B4-BE49-F238E27FC236}">
                            <a16:creationId xmlns:a16="http://schemas.microsoft.com/office/drawing/2014/main" id="{94B81528-6279-4346-BC28-F69185D72B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42" name="椭圆 1241">
                        <a:extLst>
                          <a:ext uri="{FF2B5EF4-FFF2-40B4-BE49-F238E27FC236}">
                            <a16:creationId xmlns:a16="http://schemas.microsoft.com/office/drawing/2014/main" id="{A9C32AD8-3248-164C-83E1-36EB41FCE9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43" name="椭圆 1242">
                        <a:extLst>
                          <a:ext uri="{FF2B5EF4-FFF2-40B4-BE49-F238E27FC236}">
                            <a16:creationId xmlns:a16="http://schemas.microsoft.com/office/drawing/2014/main" id="{545F790F-D954-2443-A5F8-3D3F5A3ADC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211" name="组合 1210">
                    <a:extLst>
                      <a:ext uri="{FF2B5EF4-FFF2-40B4-BE49-F238E27FC236}">
                        <a16:creationId xmlns:a16="http://schemas.microsoft.com/office/drawing/2014/main" id="{84FFEDA1-A743-4D44-AC1D-49797D003BCB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228" name="椭圆 1227">
                      <a:extLst>
                        <a:ext uri="{FF2B5EF4-FFF2-40B4-BE49-F238E27FC236}">
                          <a16:creationId xmlns:a16="http://schemas.microsoft.com/office/drawing/2014/main" id="{76A14274-8D4C-E44B-83B6-194854145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29" name="椭圆 1228">
                      <a:extLst>
                        <a:ext uri="{FF2B5EF4-FFF2-40B4-BE49-F238E27FC236}">
                          <a16:creationId xmlns:a16="http://schemas.microsoft.com/office/drawing/2014/main" id="{0596E4FE-4143-134E-949F-20783CEFD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30" name="椭圆 1229">
                      <a:extLst>
                        <a:ext uri="{FF2B5EF4-FFF2-40B4-BE49-F238E27FC236}">
                          <a16:creationId xmlns:a16="http://schemas.microsoft.com/office/drawing/2014/main" id="{55037606-2C6C-DE45-A0C7-F674CB4BBF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31" name="椭圆 1230">
                      <a:extLst>
                        <a:ext uri="{FF2B5EF4-FFF2-40B4-BE49-F238E27FC236}">
                          <a16:creationId xmlns:a16="http://schemas.microsoft.com/office/drawing/2014/main" id="{4196F8A4-7DF5-4045-8270-9B761349AF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232" name="组合 1231">
                      <a:extLst>
                        <a:ext uri="{FF2B5EF4-FFF2-40B4-BE49-F238E27FC236}">
                          <a16:creationId xmlns:a16="http://schemas.microsoft.com/office/drawing/2014/main" id="{ECAEE7D6-385B-584B-B3C9-517C8D7C22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233" name="椭圆 1232">
                        <a:extLst>
                          <a:ext uri="{FF2B5EF4-FFF2-40B4-BE49-F238E27FC236}">
                            <a16:creationId xmlns:a16="http://schemas.microsoft.com/office/drawing/2014/main" id="{AE56D1E1-CA12-D747-B605-AA13214DAA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34" name="椭圆 1233">
                        <a:extLst>
                          <a:ext uri="{FF2B5EF4-FFF2-40B4-BE49-F238E27FC236}">
                            <a16:creationId xmlns:a16="http://schemas.microsoft.com/office/drawing/2014/main" id="{03977E96-1911-0C46-9D60-BD679763F5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35" name="椭圆 1234">
                        <a:extLst>
                          <a:ext uri="{FF2B5EF4-FFF2-40B4-BE49-F238E27FC236}">
                            <a16:creationId xmlns:a16="http://schemas.microsoft.com/office/drawing/2014/main" id="{2A57CB3D-54A3-3D45-9CE1-FC4544396E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212" name="直线连接符 1211">
                    <a:extLst>
                      <a:ext uri="{FF2B5EF4-FFF2-40B4-BE49-F238E27FC236}">
                        <a16:creationId xmlns:a16="http://schemas.microsoft.com/office/drawing/2014/main" id="{F43C06C1-9F69-AD4C-B7E9-CC5972BEFB8D}"/>
                      </a:ext>
                    </a:extLst>
                  </p:cNvPr>
                  <p:cNvCxnSpPr>
                    <a:cxnSpLocks/>
                    <a:stCxn id="1236" idx="6"/>
                    <a:endCxn id="1228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3" name="直线连接符 1212">
                    <a:extLst>
                      <a:ext uri="{FF2B5EF4-FFF2-40B4-BE49-F238E27FC236}">
                        <a16:creationId xmlns:a16="http://schemas.microsoft.com/office/drawing/2014/main" id="{272A7967-808B-0540-B1DC-5682131291A4}"/>
                      </a:ext>
                    </a:extLst>
                  </p:cNvPr>
                  <p:cNvCxnSpPr>
                    <a:cxnSpLocks/>
                    <a:stCxn id="1236" idx="6"/>
                    <a:endCxn id="1229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4" name="直线连接符 1213">
                    <a:extLst>
                      <a:ext uri="{FF2B5EF4-FFF2-40B4-BE49-F238E27FC236}">
                        <a16:creationId xmlns:a16="http://schemas.microsoft.com/office/drawing/2014/main" id="{8BE9A91B-6031-3E4D-A2E3-D99706E226E4}"/>
                      </a:ext>
                    </a:extLst>
                  </p:cNvPr>
                  <p:cNvCxnSpPr>
                    <a:cxnSpLocks/>
                    <a:stCxn id="1236" idx="6"/>
                    <a:endCxn id="1230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5" name="直线连接符 1214">
                    <a:extLst>
                      <a:ext uri="{FF2B5EF4-FFF2-40B4-BE49-F238E27FC236}">
                        <a16:creationId xmlns:a16="http://schemas.microsoft.com/office/drawing/2014/main" id="{22987430-E5E4-104B-87DA-60E9E855B431}"/>
                      </a:ext>
                    </a:extLst>
                  </p:cNvPr>
                  <p:cNvCxnSpPr>
                    <a:cxnSpLocks/>
                    <a:stCxn id="1236" idx="6"/>
                    <a:endCxn id="1231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6" name="直线连接符 1215">
                    <a:extLst>
                      <a:ext uri="{FF2B5EF4-FFF2-40B4-BE49-F238E27FC236}">
                        <a16:creationId xmlns:a16="http://schemas.microsoft.com/office/drawing/2014/main" id="{D839A383-B19F-0641-8F00-92A53CC3C28A}"/>
                      </a:ext>
                    </a:extLst>
                  </p:cNvPr>
                  <p:cNvCxnSpPr>
                    <a:cxnSpLocks/>
                    <a:stCxn id="1237" idx="6"/>
                    <a:endCxn id="1228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7" name="直线连接符 1216">
                    <a:extLst>
                      <a:ext uri="{FF2B5EF4-FFF2-40B4-BE49-F238E27FC236}">
                        <a16:creationId xmlns:a16="http://schemas.microsoft.com/office/drawing/2014/main" id="{5241E562-8095-F84A-AC85-AA41D43847D2}"/>
                      </a:ext>
                    </a:extLst>
                  </p:cNvPr>
                  <p:cNvCxnSpPr>
                    <a:cxnSpLocks/>
                    <a:stCxn id="1237" idx="6"/>
                    <a:endCxn id="1229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8" name="直线连接符 1217">
                    <a:extLst>
                      <a:ext uri="{FF2B5EF4-FFF2-40B4-BE49-F238E27FC236}">
                        <a16:creationId xmlns:a16="http://schemas.microsoft.com/office/drawing/2014/main" id="{D6975F13-27B3-AA4A-866E-F940D7DABBE0}"/>
                      </a:ext>
                    </a:extLst>
                  </p:cNvPr>
                  <p:cNvCxnSpPr>
                    <a:cxnSpLocks/>
                    <a:stCxn id="1237" idx="6"/>
                    <a:endCxn id="1230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9" name="直线连接符 1218">
                    <a:extLst>
                      <a:ext uri="{FF2B5EF4-FFF2-40B4-BE49-F238E27FC236}">
                        <a16:creationId xmlns:a16="http://schemas.microsoft.com/office/drawing/2014/main" id="{0118D4E9-3668-324C-B3E0-34073F8268DC}"/>
                      </a:ext>
                    </a:extLst>
                  </p:cNvPr>
                  <p:cNvCxnSpPr>
                    <a:cxnSpLocks/>
                    <a:stCxn id="1238" idx="6"/>
                    <a:endCxn id="1230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0" name="直线连接符 1219">
                    <a:extLst>
                      <a:ext uri="{FF2B5EF4-FFF2-40B4-BE49-F238E27FC236}">
                        <a16:creationId xmlns:a16="http://schemas.microsoft.com/office/drawing/2014/main" id="{BFEE9E01-FB66-9841-8BC3-7D4FFD42C83F}"/>
                      </a:ext>
                    </a:extLst>
                  </p:cNvPr>
                  <p:cNvCxnSpPr>
                    <a:cxnSpLocks/>
                    <a:stCxn id="1237" idx="6"/>
                    <a:endCxn id="1231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1" name="直线连接符 1220">
                    <a:extLst>
                      <a:ext uri="{FF2B5EF4-FFF2-40B4-BE49-F238E27FC236}">
                        <a16:creationId xmlns:a16="http://schemas.microsoft.com/office/drawing/2014/main" id="{D012A95B-C32F-A647-9A8E-A6B8A49529AB}"/>
                      </a:ext>
                    </a:extLst>
                  </p:cNvPr>
                  <p:cNvCxnSpPr>
                    <a:cxnSpLocks/>
                    <a:stCxn id="1238" idx="6"/>
                    <a:endCxn id="1228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2" name="直线连接符 1221">
                    <a:extLst>
                      <a:ext uri="{FF2B5EF4-FFF2-40B4-BE49-F238E27FC236}">
                        <a16:creationId xmlns:a16="http://schemas.microsoft.com/office/drawing/2014/main" id="{9D9BC5C3-7A76-D142-8EE5-FF5FFB3DDF7C}"/>
                      </a:ext>
                    </a:extLst>
                  </p:cNvPr>
                  <p:cNvCxnSpPr>
                    <a:cxnSpLocks/>
                    <a:stCxn id="1238" idx="6"/>
                    <a:endCxn id="1229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3" name="直线连接符 1222">
                    <a:extLst>
                      <a:ext uri="{FF2B5EF4-FFF2-40B4-BE49-F238E27FC236}">
                        <a16:creationId xmlns:a16="http://schemas.microsoft.com/office/drawing/2014/main" id="{D2959217-0FCE-5D4F-8BBF-AC67A3F185E0}"/>
                      </a:ext>
                    </a:extLst>
                  </p:cNvPr>
                  <p:cNvCxnSpPr>
                    <a:cxnSpLocks/>
                    <a:stCxn id="1238" idx="6"/>
                    <a:endCxn id="1231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4" name="直线连接符 1223">
                    <a:extLst>
                      <a:ext uri="{FF2B5EF4-FFF2-40B4-BE49-F238E27FC236}">
                        <a16:creationId xmlns:a16="http://schemas.microsoft.com/office/drawing/2014/main" id="{CE044AB9-4D54-A54D-BE52-0C5ABE8A8963}"/>
                      </a:ext>
                    </a:extLst>
                  </p:cNvPr>
                  <p:cNvCxnSpPr>
                    <a:cxnSpLocks/>
                    <a:stCxn id="1239" idx="6"/>
                    <a:endCxn id="1230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5" name="直线连接符 1224">
                    <a:extLst>
                      <a:ext uri="{FF2B5EF4-FFF2-40B4-BE49-F238E27FC236}">
                        <a16:creationId xmlns:a16="http://schemas.microsoft.com/office/drawing/2014/main" id="{F85CB308-AB99-974E-8504-619165AAD431}"/>
                      </a:ext>
                    </a:extLst>
                  </p:cNvPr>
                  <p:cNvCxnSpPr>
                    <a:cxnSpLocks/>
                    <a:stCxn id="1239" idx="6"/>
                    <a:endCxn id="1228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6" name="直线连接符 1225">
                    <a:extLst>
                      <a:ext uri="{FF2B5EF4-FFF2-40B4-BE49-F238E27FC236}">
                        <a16:creationId xmlns:a16="http://schemas.microsoft.com/office/drawing/2014/main" id="{F17FE21E-19C8-2743-B84E-766B19943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7" name="直线连接符 1226">
                    <a:extLst>
                      <a:ext uri="{FF2B5EF4-FFF2-40B4-BE49-F238E27FC236}">
                        <a16:creationId xmlns:a16="http://schemas.microsoft.com/office/drawing/2014/main" id="{596ACDD2-F766-1B48-BD06-957722424D17}"/>
                      </a:ext>
                    </a:extLst>
                  </p:cNvPr>
                  <p:cNvCxnSpPr>
                    <a:cxnSpLocks/>
                    <a:stCxn id="1239" idx="6"/>
                    <a:endCxn id="1231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07" name="文本框 1206">
                <a:extLst>
                  <a:ext uri="{FF2B5EF4-FFF2-40B4-BE49-F238E27FC236}">
                    <a16:creationId xmlns:a16="http://schemas.microsoft.com/office/drawing/2014/main" id="{ACC70FCA-765F-DF4D-A4C7-A07F937DDA8C}"/>
                  </a:ext>
                </a:extLst>
              </p:cNvPr>
              <p:cNvSpPr txBox="1"/>
              <p:nvPr/>
            </p:nvSpPr>
            <p:spPr>
              <a:xfrm>
                <a:off x="1090093" y="1947708"/>
                <a:ext cx="1473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 1</a:t>
                </a:r>
                <a:endParaRPr kumimoji="1" lang="zh-SG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72" name="组合 1371">
            <a:extLst>
              <a:ext uri="{FF2B5EF4-FFF2-40B4-BE49-F238E27FC236}">
                <a16:creationId xmlns:a16="http://schemas.microsoft.com/office/drawing/2014/main" id="{99834BE8-3955-BB4B-A4F5-392F064EA14B}"/>
              </a:ext>
            </a:extLst>
          </p:cNvPr>
          <p:cNvGrpSpPr/>
          <p:nvPr/>
        </p:nvGrpSpPr>
        <p:grpSpPr>
          <a:xfrm>
            <a:off x="136476" y="-3922146"/>
            <a:ext cx="8254002" cy="3655469"/>
            <a:chOff x="691875" y="-3371695"/>
            <a:chExt cx="8048713" cy="3948298"/>
          </a:xfrm>
        </p:grpSpPr>
        <p:sp>
          <p:nvSpPr>
            <p:cNvPr id="601" name="圆角矩形 600">
              <a:extLst>
                <a:ext uri="{FF2B5EF4-FFF2-40B4-BE49-F238E27FC236}">
                  <a16:creationId xmlns:a16="http://schemas.microsoft.com/office/drawing/2014/main" id="{37268130-2CF0-1340-9421-A4A059CDAAA4}"/>
                </a:ext>
              </a:extLst>
            </p:cNvPr>
            <p:cNvSpPr/>
            <p:nvPr/>
          </p:nvSpPr>
          <p:spPr>
            <a:xfrm>
              <a:off x="691875" y="-3371695"/>
              <a:ext cx="8048713" cy="394829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sz="1126" dirty="0"/>
            </a:p>
          </p:txBody>
        </p:sp>
        <p:grpSp>
          <p:nvGrpSpPr>
            <p:cNvPr id="1248" name="组合 1247">
              <a:extLst>
                <a:ext uri="{FF2B5EF4-FFF2-40B4-BE49-F238E27FC236}">
                  <a16:creationId xmlns:a16="http://schemas.microsoft.com/office/drawing/2014/main" id="{D8854184-B4A2-9441-812E-6DA321565B37}"/>
                </a:ext>
              </a:extLst>
            </p:cNvPr>
            <p:cNvGrpSpPr/>
            <p:nvPr/>
          </p:nvGrpSpPr>
          <p:grpSpPr>
            <a:xfrm>
              <a:off x="815042" y="-2503350"/>
              <a:ext cx="1608069" cy="3041232"/>
              <a:chOff x="815042" y="-2503350"/>
              <a:chExt cx="1608069" cy="3041232"/>
            </a:xfrm>
          </p:grpSpPr>
          <p:sp>
            <p:nvSpPr>
              <p:cNvPr id="1245" name="圆角矩形 1244">
                <a:extLst>
                  <a:ext uri="{FF2B5EF4-FFF2-40B4-BE49-F238E27FC236}">
                    <a16:creationId xmlns:a16="http://schemas.microsoft.com/office/drawing/2014/main" id="{65FE1D63-C828-F947-B9FE-2F583566CC72}"/>
                  </a:ext>
                </a:extLst>
              </p:cNvPr>
              <p:cNvSpPr/>
              <p:nvPr/>
            </p:nvSpPr>
            <p:spPr>
              <a:xfrm>
                <a:off x="864015" y="-2503350"/>
                <a:ext cx="1559096" cy="304123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grpSp>
            <p:nvGrpSpPr>
              <p:cNvPr id="682" name="组合 681">
                <a:extLst>
                  <a:ext uri="{FF2B5EF4-FFF2-40B4-BE49-F238E27FC236}">
                    <a16:creationId xmlns:a16="http://schemas.microsoft.com/office/drawing/2014/main" id="{8A0D1436-44C1-B040-A7D5-A606BE706AB0}"/>
                  </a:ext>
                </a:extLst>
              </p:cNvPr>
              <p:cNvGrpSpPr/>
              <p:nvPr/>
            </p:nvGrpSpPr>
            <p:grpSpPr>
              <a:xfrm>
                <a:off x="1086603" y="-914627"/>
                <a:ext cx="1066375" cy="1410719"/>
                <a:chOff x="3913798" y="1819862"/>
                <a:chExt cx="883309" cy="1207552"/>
              </a:xfrm>
            </p:grpSpPr>
            <p:sp>
              <p:nvSpPr>
                <p:cNvPr id="436" name="圆角矩形 435">
                  <a:extLst>
                    <a:ext uri="{FF2B5EF4-FFF2-40B4-BE49-F238E27FC236}">
                      <a16:creationId xmlns:a16="http://schemas.microsoft.com/office/drawing/2014/main" id="{4AAD499B-D91F-624E-BE95-D44CD94060E9}"/>
                    </a:ext>
                  </a:extLst>
                </p:cNvPr>
                <p:cNvSpPr/>
                <p:nvPr/>
              </p:nvSpPr>
              <p:spPr>
                <a:xfrm>
                  <a:off x="3913798" y="1819862"/>
                  <a:ext cx="883309" cy="120755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437" name="组合 436">
                  <a:extLst>
                    <a:ext uri="{FF2B5EF4-FFF2-40B4-BE49-F238E27FC236}">
                      <a16:creationId xmlns:a16="http://schemas.microsoft.com/office/drawing/2014/main" id="{B2897508-5187-C54F-9875-A1D9EFD2ED37}"/>
                    </a:ext>
                  </a:extLst>
                </p:cNvPr>
                <p:cNvGrpSpPr/>
                <p:nvPr/>
              </p:nvGrpSpPr>
              <p:grpSpPr>
                <a:xfrm>
                  <a:off x="3993613" y="1896590"/>
                  <a:ext cx="720504" cy="1067658"/>
                  <a:chOff x="1291436" y="1408499"/>
                  <a:chExt cx="1037077" cy="1686761"/>
                </a:xfrm>
              </p:grpSpPr>
              <p:grpSp>
                <p:nvGrpSpPr>
                  <p:cNvPr id="438" name="组合 437">
                    <a:extLst>
                      <a:ext uri="{FF2B5EF4-FFF2-40B4-BE49-F238E27FC236}">
                        <a16:creationId xmlns:a16="http://schemas.microsoft.com/office/drawing/2014/main" id="{0DE7E2BB-0F4E-0C40-80E1-E5D0C8EFB707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464" name="椭圆 463">
                      <a:extLst>
                        <a:ext uri="{FF2B5EF4-FFF2-40B4-BE49-F238E27FC236}">
                          <a16:creationId xmlns:a16="http://schemas.microsoft.com/office/drawing/2014/main" id="{4A74140C-2CFC-0A47-9035-90DDB66BB8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65" name="椭圆 464">
                      <a:extLst>
                        <a:ext uri="{FF2B5EF4-FFF2-40B4-BE49-F238E27FC236}">
                          <a16:creationId xmlns:a16="http://schemas.microsoft.com/office/drawing/2014/main" id="{E2AD4D51-2FBB-CD46-8C8E-0EED71A4C1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66" name="椭圆 465">
                      <a:extLst>
                        <a:ext uri="{FF2B5EF4-FFF2-40B4-BE49-F238E27FC236}">
                          <a16:creationId xmlns:a16="http://schemas.microsoft.com/office/drawing/2014/main" id="{10A13507-C098-FF44-9B00-BB2422962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67" name="椭圆 466">
                      <a:extLst>
                        <a:ext uri="{FF2B5EF4-FFF2-40B4-BE49-F238E27FC236}">
                          <a16:creationId xmlns:a16="http://schemas.microsoft.com/office/drawing/2014/main" id="{06CECA56-E23F-DD4D-9AB8-FDE15CCE41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468" name="组合 467">
                      <a:extLst>
                        <a:ext uri="{FF2B5EF4-FFF2-40B4-BE49-F238E27FC236}">
                          <a16:creationId xmlns:a16="http://schemas.microsoft.com/office/drawing/2014/main" id="{20E22F2F-09E9-7243-B197-117B316308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469" name="椭圆 468">
                        <a:extLst>
                          <a:ext uri="{FF2B5EF4-FFF2-40B4-BE49-F238E27FC236}">
                            <a16:creationId xmlns:a16="http://schemas.microsoft.com/office/drawing/2014/main" id="{CE1695FB-F9A7-3243-AD10-9D8EEDBE75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470" name="椭圆 469">
                        <a:extLst>
                          <a:ext uri="{FF2B5EF4-FFF2-40B4-BE49-F238E27FC236}">
                            <a16:creationId xmlns:a16="http://schemas.microsoft.com/office/drawing/2014/main" id="{DD324DCE-584F-E043-94EA-02D1D6B4CC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471" name="椭圆 470">
                        <a:extLst>
                          <a:ext uri="{FF2B5EF4-FFF2-40B4-BE49-F238E27FC236}">
                            <a16:creationId xmlns:a16="http://schemas.microsoft.com/office/drawing/2014/main" id="{607CBAA2-2718-CD4C-9A40-803202158A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439" name="组合 438">
                    <a:extLst>
                      <a:ext uri="{FF2B5EF4-FFF2-40B4-BE49-F238E27FC236}">
                        <a16:creationId xmlns:a16="http://schemas.microsoft.com/office/drawing/2014/main" id="{F880D10A-9DD9-184C-A202-5A70B8FDE3F8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456" name="椭圆 455">
                      <a:extLst>
                        <a:ext uri="{FF2B5EF4-FFF2-40B4-BE49-F238E27FC236}">
                          <a16:creationId xmlns:a16="http://schemas.microsoft.com/office/drawing/2014/main" id="{F5280B19-1FB7-6343-A935-785B127E83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57" name="椭圆 456">
                      <a:extLst>
                        <a:ext uri="{FF2B5EF4-FFF2-40B4-BE49-F238E27FC236}">
                          <a16:creationId xmlns:a16="http://schemas.microsoft.com/office/drawing/2014/main" id="{B3E5D472-6991-4243-96F1-DDE9A87327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58" name="椭圆 457">
                      <a:extLst>
                        <a:ext uri="{FF2B5EF4-FFF2-40B4-BE49-F238E27FC236}">
                          <a16:creationId xmlns:a16="http://schemas.microsoft.com/office/drawing/2014/main" id="{43391D51-3902-6D4A-BE59-5A63F8F95B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459" name="椭圆 458">
                      <a:extLst>
                        <a:ext uri="{FF2B5EF4-FFF2-40B4-BE49-F238E27FC236}">
                          <a16:creationId xmlns:a16="http://schemas.microsoft.com/office/drawing/2014/main" id="{17301129-DB2F-F84B-B3DA-47437C3056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460" name="组合 459">
                      <a:extLst>
                        <a:ext uri="{FF2B5EF4-FFF2-40B4-BE49-F238E27FC236}">
                          <a16:creationId xmlns:a16="http://schemas.microsoft.com/office/drawing/2014/main" id="{3164C5B3-7EA8-2548-825A-D393076927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461" name="椭圆 460">
                        <a:extLst>
                          <a:ext uri="{FF2B5EF4-FFF2-40B4-BE49-F238E27FC236}">
                            <a16:creationId xmlns:a16="http://schemas.microsoft.com/office/drawing/2014/main" id="{DC30A365-879B-A449-80BF-BAB0FB05A0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462" name="椭圆 461">
                        <a:extLst>
                          <a:ext uri="{FF2B5EF4-FFF2-40B4-BE49-F238E27FC236}">
                            <a16:creationId xmlns:a16="http://schemas.microsoft.com/office/drawing/2014/main" id="{5DDEBD4B-B6BE-6147-9DA1-EC9B7494FE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463" name="椭圆 462">
                        <a:extLst>
                          <a:ext uri="{FF2B5EF4-FFF2-40B4-BE49-F238E27FC236}">
                            <a16:creationId xmlns:a16="http://schemas.microsoft.com/office/drawing/2014/main" id="{880CCEC4-41E1-D74F-B6BA-138FAFD64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440" name="直线连接符 439">
                    <a:extLst>
                      <a:ext uri="{FF2B5EF4-FFF2-40B4-BE49-F238E27FC236}">
                        <a16:creationId xmlns:a16="http://schemas.microsoft.com/office/drawing/2014/main" id="{CC896C9B-2AF1-9349-B7C2-9CA09DF365BF}"/>
                      </a:ext>
                    </a:extLst>
                  </p:cNvPr>
                  <p:cNvCxnSpPr>
                    <a:stCxn id="464" idx="6"/>
                    <a:endCxn id="456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直线连接符 440">
                    <a:extLst>
                      <a:ext uri="{FF2B5EF4-FFF2-40B4-BE49-F238E27FC236}">
                        <a16:creationId xmlns:a16="http://schemas.microsoft.com/office/drawing/2014/main" id="{B58BA9EB-7B02-CF49-BB71-5ABA1A6CA548}"/>
                      </a:ext>
                    </a:extLst>
                  </p:cNvPr>
                  <p:cNvCxnSpPr>
                    <a:stCxn id="464" idx="6"/>
                    <a:endCxn id="457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直线连接符 441">
                    <a:extLst>
                      <a:ext uri="{FF2B5EF4-FFF2-40B4-BE49-F238E27FC236}">
                        <a16:creationId xmlns:a16="http://schemas.microsoft.com/office/drawing/2014/main" id="{AAD11B76-A8C2-4A4C-809D-73E26B3C0916}"/>
                      </a:ext>
                    </a:extLst>
                  </p:cNvPr>
                  <p:cNvCxnSpPr>
                    <a:cxnSpLocks/>
                    <a:stCxn id="464" idx="6"/>
                    <a:endCxn id="458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直线连接符 442">
                    <a:extLst>
                      <a:ext uri="{FF2B5EF4-FFF2-40B4-BE49-F238E27FC236}">
                        <a16:creationId xmlns:a16="http://schemas.microsoft.com/office/drawing/2014/main" id="{42311FE5-47BD-5C4D-B010-8E5A349E4464}"/>
                      </a:ext>
                    </a:extLst>
                  </p:cNvPr>
                  <p:cNvCxnSpPr>
                    <a:cxnSpLocks/>
                    <a:stCxn id="464" idx="6"/>
                    <a:endCxn id="459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直线连接符 443">
                    <a:extLst>
                      <a:ext uri="{FF2B5EF4-FFF2-40B4-BE49-F238E27FC236}">
                        <a16:creationId xmlns:a16="http://schemas.microsoft.com/office/drawing/2014/main" id="{CB36E6CF-D996-FB43-B681-D71A47D387C8}"/>
                      </a:ext>
                    </a:extLst>
                  </p:cNvPr>
                  <p:cNvCxnSpPr>
                    <a:cxnSpLocks/>
                    <a:stCxn id="465" idx="6"/>
                    <a:endCxn id="456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直线连接符 444">
                    <a:extLst>
                      <a:ext uri="{FF2B5EF4-FFF2-40B4-BE49-F238E27FC236}">
                        <a16:creationId xmlns:a16="http://schemas.microsoft.com/office/drawing/2014/main" id="{19163248-A04F-464C-A9E4-8B7E5B7D359B}"/>
                      </a:ext>
                    </a:extLst>
                  </p:cNvPr>
                  <p:cNvCxnSpPr>
                    <a:cxnSpLocks/>
                    <a:stCxn id="465" idx="6"/>
                    <a:endCxn id="457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直线连接符 445">
                    <a:extLst>
                      <a:ext uri="{FF2B5EF4-FFF2-40B4-BE49-F238E27FC236}">
                        <a16:creationId xmlns:a16="http://schemas.microsoft.com/office/drawing/2014/main" id="{152239F6-D0BC-6D4C-BD88-D0489476B91B}"/>
                      </a:ext>
                    </a:extLst>
                  </p:cNvPr>
                  <p:cNvCxnSpPr>
                    <a:cxnSpLocks/>
                    <a:stCxn id="465" idx="6"/>
                    <a:endCxn id="458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直线连接符 446">
                    <a:extLst>
                      <a:ext uri="{FF2B5EF4-FFF2-40B4-BE49-F238E27FC236}">
                        <a16:creationId xmlns:a16="http://schemas.microsoft.com/office/drawing/2014/main" id="{B89D22DD-1A38-1245-BD35-6E9EE9EFF5F2}"/>
                      </a:ext>
                    </a:extLst>
                  </p:cNvPr>
                  <p:cNvCxnSpPr>
                    <a:stCxn id="466" idx="6"/>
                    <a:endCxn id="458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直线连接符 447">
                    <a:extLst>
                      <a:ext uri="{FF2B5EF4-FFF2-40B4-BE49-F238E27FC236}">
                        <a16:creationId xmlns:a16="http://schemas.microsoft.com/office/drawing/2014/main" id="{C97449EE-4B27-F540-AD36-0BE772C56A0F}"/>
                      </a:ext>
                    </a:extLst>
                  </p:cNvPr>
                  <p:cNvCxnSpPr>
                    <a:stCxn id="465" idx="6"/>
                    <a:endCxn id="459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直线连接符 448">
                    <a:extLst>
                      <a:ext uri="{FF2B5EF4-FFF2-40B4-BE49-F238E27FC236}">
                        <a16:creationId xmlns:a16="http://schemas.microsoft.com/office/drawing/2014/main" id="{1FD1D6FD-963F-3D48-B5C9-560D3AA79FB9}"/>
                      </a:ext>
                    </a:extLst>
                  </p:cNvPr>
                  <p:cNvCxnSpPr>
                    <a:cxnSpLocks/>
                    <a:stCxn id="466" idx="6"/>
                    <a:endCxn id="456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直线连接符 449">
                    <a:extLst>
                      <a:ext uri="{FF2B5EF4-FFF2-40B4-BE49-F238E27FC236}">
                        <a16:creationId xmlns:a16="http://schemas.microsoft.com/office/drawing/2014/main" id="{3DD43BF4-0C79-6648-BD4C-33734E6BFB6F}"/>
                      </a:ext>
                    </a:extLst>
                  </p:cNvPr>
                  <p:cNvCxnSpPr>
                    <a:cxnSpLocks/>
                    <a:stCxn id="466" idx="6"/>
                    <a:endCxn id="457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1" name="直线连接符 450">
                    <a:extLst>
                      <a:ext uri="{FF2B5EF4-FFF2-40B4-BE49-F238E27FC236}">
                        <a16:creationId xmlns:a16="http://schemas.microsoft.com/office/drawing/2014/main" id="{C629C3F9-59D3-F44C-BE96-6CEEE1ED4F71}"/>
                      </a:ext>
                    </a:extLst>
                  </p:cNvPr>
                  <p:cNvCxnSpPr>
                    <a:stCxn id="466" idx="6"/>
                    <a:endCxn id="459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直线连接符 451">
                    <a:extLst>
                      <a:ext uri="{FF2B5EF4-FFF2-40B4-BE49-F238E27FC236}">
                        <a16:creationId xmlns:a16="http://schemas.microsoft.com/office/drawing/2014/main" id="{16284623-4433-B04C-A780-EB503127C10E}"/>
                      </a:ext>
                    </a:extLst>
                  </p:cNvPr>
                  <p:cNvCxnSpPr>
                    <a:cxnSpLocks/>
                    <a:stCxn id="467" idx="6"/>
                    <a:endCxn id="458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直线连接符 452">
                    <a:extLst>
                      <a:ext uri="{FF2B5EF4-FFF2-40B4-BE49-F238E27FC236}">
                        <a16:creationId xmlns:a16="http://schemas.microsoft.com/office/drawing/2014/main" id="{0CFAE91C-7344-AF4E-94FB-9B67D83FC806}"/>
                      </a:ext>
                    </a:extLst>
                  </p:cNvPr>
                  <p:cNvCxnSpPr>
                    <a:cxnSpLocks/>
                    <a:stCxn id="467" idx="6"/>
                    <a:endCxn id="456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直线连接符 453">
                    <a:extLst>
                      <a:ext uri="{FF2B5EF4-FFF2-40B4-BE49-F238E27FC236}">
                        <a16:creationId xmlns:a16="http://schemas.microsoft.com/office/drawing/2014/main" id="{9A0DF7A6-4A99-AC41-97F5-8FC5E982E8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直线连接符 454">
                    <a:extLst>
                      <a:ext uri="{FF2B5EF4-FFF2-40B4-BE49-F238E27FC236}">
                        <a16:creationId xmlns:a16="http://schemas.microsoft.com/office/drawing/2014/main" id="{5C6B7DB7-2E10-824A-89DA-72BABA243873}"/>
                      </a:ext>
                    </a:extLst>
                  </p:cNvPr>
                  <p:cNvCxnSpPr>
                    <a:cxnSpLocks/>
                    <a:stCxn id="467" idx="6"/>
                    <a:endCxn id="459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435" name="图形 434" descr="男性形象 纯色填充">
                <a:extLst>
                  <a:ext uri="{FF2B5EF4-FFF2-40B4-BE49-F238E27FC236}">
                    <a16:creationId xmlns:a16="http://schemas.microsoft.com/office/drawing/2014/main" id="{80980F59-2FE4-6F47-B3CE-03E6E696C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85127" y="-2503350"/>
                <a:ext cx="667142" cy="881481"/>
              </a:xfrm>
              <a:prstGeom prst="rect">
                <a:avLst/>
              </a:prstGeom>
            </p:spPr>
          </p:pic>
          <p:sp>
            <p:nvSpPr>
              <p:cNvPr id="680" name="文本框 679">
                <a:extLst>
                  <a:ext uri="{FF2B5EF4-FFF2-40B4-BE49-F238E27FC236}">
                    <a16:creationId xmlns:a16="http://schemas.microsoft.com/office/drawing/2014/main" id="{4D6C9F4D-8D54-A744-9484-E5CB0B09DF2E}"/>
                  </a:ext>
                </a:extLst>
              </p:cNvPr>
              <p:cNvSpPr txBox="1"/>
              <p:nvPr/>
            </p:nvSpPr>
            <p:spPr>
              <a:xfrm>
                <a:off x="815042" y="-1721618"/>
                <a:ext cx="16080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Ungrouped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1" lang="zh-SG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1" name="文本框 680">
                  <a:extLst>
                    <a:ext uri="{FF2B5EF4-FFF2-40B4-BE49-F238E27FC236}">
                      <a16:creationId xmlns:a16="http://schemas.microsoft.com/office/drawing/2014/main" id="{2B4AB50F-1657-E64F-99C4-3B54BE881ED7}"/>
                    </a:ext>
                  </a:extLst>
                </p:cNvPr>
                <p:cNvSpPr txBox="1"/>
                <p:nvPr/>
              </p:nvSpPr>
              <p:spPr>
                <a:xfrm>
                  <a:off x="2261504" y="-3225538"/>
                  <a:ext cx="5567058" cy="630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Temporary</a:t>
                  </a:r>
                  <a:r>
                    <a:rPr kumimoji="1" lang="zh-CN" altLang="en-US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user</a:t>
                  </a:r>
                  <a:r>
                    <a:rPr kumimoji="1" lang="zh-CN" altLang="en-US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adapters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SG" sz="32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sup>
                      </m:sSubSup>
                    </m:oMath>
                  </a14:m>
                  <a:r>
                    <a:rPr kumimoji="1"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kumimoji="1" lang="zh-SG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81" name="文本框 680">
                  <a:extLst>
                    <a:ext uri="{FF2B5EF4-FFF2-40B4-BE49-F238E27FC236}">
                      <a16:creationId xmlns:a16="http://schemas.microsoft.com/office/drawing/2014/main" id="{2B4AB50F-1657-E64F-99C4-3B54BE881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1504" y="-3225538"/>
                  <a:ext cx="5567058" cy="630305"/>
                </a:xfrm>
                <a:prstGeom prst="rect">
                  <a:avLst/>
                </a:prstGeom>
                <a:blipFill>
                  <a:blip r:embed="rId17"/>
                  <a:stretch>
                    <a:fillRect l="-2217" t="-4255" b="-25532"/>
                  </a:stretch>
                </a:blipFill>
              </p:spPr>
              <p:txBody>
                <a:bodyPr/>
                <a:lstStyle/>
                <a:p>
                  <a:r>
                    <a:rPr lang="zh-SG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4" name="文本框 763">
              <a:extLst>
                <a:ext uri="{FF2B5EF4-FFF2-40B4-BE49-F238E27FC236}">
                  <a16:creationId xmlns:a16="http://schemas.microsoft.com/office/drawing/2014/main" id="{E805E2C3-7166-7D48-B6B8-B5721284AED2}"/>
                </a:ext>
              </a:extLst>
            </p:cNvPr>
            <p:cNvSpPr txBox="1"/>
            <p:nvPr/>
          </p:nvSpPr>
          <p:spPr>
            <a:xfrm>
              <a:off x="6342397" y="-1330345"/>
              <a:ext cx="404898" cy="640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SG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kumimoji="1" lang="zh-SG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49" name="组合 1248">
              <a:extLst>
                <a:ext uri="{FF2B5EF4-FFF2-40B4-BE49-F238E27FC236}">
                  <a16:creationId xmlns:a16="http://schemas.microsoft.com/office/drawing/2014/main" id="{505EF031-708A-944B-BBCF-1A3B1F4CF87B}"/>
                </a:ext>
              </a:extLst>
            </p:cNvPr>
            <p:cNvGrpSpPr/>
            <p:nvPr/>
          </p:nvGrpSpPr>
          <p:grpSpPr>
            <a:xfrm>
              <a:off x="6982249" y="-2572329"/>
              <a:ext cx="1608069" cy="3041232"/>
              <a:chOff x="815042" y="-2503350"/>
              <a:chExt cx="1608069" cy="3041232"/>
            </a:xfrm>
          </p:grpSpPr>
          <p:sp>
            <p:nvSpPr>
              <p:cNvPr id="1250" name="圆角矩形 1249">
                <a:extLst>
                  <a:ext uri="{FF2B5EF4-FFF2-40B4-BE49-F238E27FC236}">
                    <a16:creationId xmlns:a16="http://schemas.microsoft.com/office/drawing/2014/main" id="{3D557606-7542-1949-92B2-B2CFF43706E2}"/>
                  </a:ext>
                </a:extLst>
              </p:cNvPr>
              <p:cNvSpPr/>
              <p:nvPr/>
            </p:nvSpPr>
            <p:spPr>
              <a:xfrm>
                <a:off x="864015" y="-2503350"/>
                <a:ext cx="1559096" cy="304123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grpSp>
            <p:nvGrpSpPr>
              <p:cNvPr id="1251" name="组合 1250">
                <a:extLst>
                  <a:ext uri="{FF2B5EF4-FFF2-40B4-BE49-F238E27FC236}">
                    <a16:creationId xmlns:a16="http://schemas.microsoft.com/office/drawing/2014/main" id="{4E00E55B-85CB-DB49-92EA-B04E98D021A8}"/>
                  </a:ext>
                </a:extLst>
              </p:cNvPr>
              <p:cNvGrpSpPr/>
              <p:nvPr/>
            </p:nvGrpSpPr>
            <p:grpSpPr>
              <a:xfrm>
                <a:off x="1086603" y="-914627"/>
                <a:ext cx="1066375" cy="1410719"/>
                <a:chOff x="3913798" y="1819862"/>
                <a:chExt cx="883309" cy="1207552"/>
              </a:xfrm>
            </p:grpSpPr>
            <p:sp>
              <p:nvSpPr>
                <p:cNvPr id="1254" name="圆角矩形 1253">
                  <a:extLst>
                    <a:ext uri="{FF2B5EF4-FFF2-40B4-BE49-F238E27FC236}">
                      <a16:creationId xmlns:a16="http://schemas.microsoft.com/office/drawing/2014/main" id="{72B74BBC-FF29-8A42-AB1F-74A5AAE0F9EF}"/>
                    </a:ext>
                  </a:extLst>
                </p:cNvPr>
                <p:cNvSpPr/>
                <p:nvPr/>
              </p:nvSpPr>
              <p:spPr>
                <a:xfrm>
                  <a:off x="3913798" y="1819862"/>
                  <a:ext cx="883309" cy="120755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255" name="组合 1254">
                  <a:extLst>
                    <a:ext uri="{FF2B5EF4-FFF2-40B4-BE49-F238E27FC236}">
                      <a16:creationId xmlns:a16="http://schemas.microsoft.com/office/drawing/2014/main" id="{619EECD5-EF70-8543-9C62-2DD9F9504B1A}"/>
                    </a:ext>
                  </a:extLst>
                </p:cNvPr>
                <p:cNvGrpSpPr/>
                <p:nvPr/>
              </p:nvGrpSpPr>
              <p:grpSpPr>
                <a:xfrm>
                  <a:off x="3993613" y="1896590"/>
                  <a:ext cx="720504" cy="1067658"/>
                  <a:chOff x="1291436" y="1408499"/>
                  <a:chExt cx="1037077" cy="1686761"/>
                </a:xfrm>
              </p:grpSpPr>
              <p:grpSp>
                <p:nvGrpSpPr>
                  <p:cNvPr id="1256" name="组合 1255">
                    <a:extLst>
                      <a:ext uri="{FF2B5EF4-FFF2-40B4-BE49-F238E27FC236}">
                        <a16:creationId xmlns:a16="http://schemas.microsoft.com/office/drawing/2014/main" id="{D580438E-6A6D-A44C-B56E-E56D930F1B38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282" name="椭圆 1281">
                      <a:extLst>
                        <a:ext uri="{FF2B5EF4-FFF2-40B4-BE49-F238E27FC236}">
                          <a16:creationId xmlns:a16="http://schemas.microsoft.com/office/drawing/2014/main" id="{31575F8A-F32A-D344-BE5F-F7DCCBEEB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83" name="椭圆 1282">
                      <a:extLst>
                        <a:ext uri="{FF2B5EF4-FFF2-40B4-BE49-F238E27FC236}">
                          <a16:creationId xmlns:a16="http://schemas.microsoft.com/office/drawing/2014/main" id="{5AC528D7-8C8B-8B48-A245-89C5E0A9E0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84" name="椭圆 1283">
                      <a:extLst>
                        <a:ext uri="{FF2B5EF4-FFF2-40B4-BE49-F238E27FC236}">
                          <a16:creationId xmlns:a16="http://schemas.microsoft.com/office/drawing/2014/main" id="{F12FE47D-B6E9-7048-AACF-20A2AA3A9F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85" name="椭圆 1284">
                      <a:extLst>
                        <a:ext uri="{FF2B5EF4-FFF2-40B4-BE49-F238E27FC236}">
                          <a16:creationId xmlns:a16="http://schemas.microsoft.com/office/drawing/2014/main" id="{6B5D6F4B-A959-704A-B114-C012B0A05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286" name="组合 1285">
                      <a:extLst>
                        <a:ext uri="{FF2B5EF4-FFF2-40B4-BE49-F238E27FC236}">
                          <a16:creationId xmlns:a16="http://schemas.microsoft.com/office/drawing/2014/main" id="{5F0D5037-EBBD-AF41-93E6-E2253D9E1B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287" name="椭圆 1286">
                        <a:extLst>
                          <a:ext uri="{FF2B5EF4-FFF2-40B4-BE49-F238E27FC236}">
                            <a16:creationId xmlns:a16="http://schemas.microsoft.com/office/drawing/2014/main" id="{A611096F-39A7-BC4C-A916-3ECE46BD37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88" name="椭圆 1287">
                        <a:extLst>
                          <a:ext uri="{FF2B5EF4-FFF2-40B4-BE49-F238E27FC236}">
                            <a16:creationId xmlns:a16="http://schemas.microsoft.com/office/drawing/2014/main" id="{419A603B-F4C4-AD4E-B712-7652F3E51B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89" name="椭圆 1288">
                        <a:extLst>
                          <a:ext uri="{FF2B5EF4-FFF2-40B4-BE49-F238E27FC236}">
                            <a16:creationId xmlns:a16="http://schemas.microsoft.com/office/drawing/2014/main" id="{7122D15C-A574-C247-A34B-C2AC3EAD7F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257" name="组合 1256">
                    <a:extLst>
                      <a:ext uri="{FF2B5EF4-FFF2-40B4-BE49-F238E27FC236}">
                        <a16:creationId xmlns:a16="http://schemas.microsoft.com/office/drawing/2014/main" id="{567CF242-69DC-BD40-BAC8-D60B8323CA20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274" name="椭圆 1273">
                      <a:extLst>
                        <a:ext uri="{FF2B5EF4-FFF2-40B4-BE49-F238E27FC236}">
                          <a16:creationId xmlns:a16="http://schemas.microsoft.com/office/drawing/2014/main" id="{6D6C0D97-7D45-1144-ABDD-85CFD1174B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75" name="椭圆 1274">
                      <a:extLst>
                        <a:ext uri="{FF2B5EF4-FFF2-40B4-BE49-F238E27FC236}">
                          <a16:creationId xmlns:a16="http://schemas.microsoft.com/office/drawing/2014/main" id="{3B9BD37F-5CE9-7B4E-A27F-C6100572E0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76" name="椭圆 1275">
                      <a:extLst>
                        <a:ext uri="{FF2B5EF4-FFF2-40B4-BE49-F238E27FC236}">
                          <a16:creationId xmlns:a16="http://schemas.microsoft.com/office/drawing/2014/main" id="{6AB74556-11D2-6A41-A165-1963D026DE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277" name="椭圆 1276">
                      <a:extLst>
                        <a:ext uri="{FF2B5EF4-FFF2-40B4-BE49-F238E27FC236}">
                          <a16:creationId xmlns:a16="http://schemas.microsoft.com/office/drawing/2014/main" id="{74E53003-FC17-8842-AA7B-D648E22491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278" name="组合 1277">
                      <a:extLst>
                        <a:ext uri="{FF2B5EF4-FFF2-40B4-BE49-F238E27FC236}">
                          <a16:creationId xmlns:a16="http://schemas.microsoft.com/office/drawing/2014/main" id="{C15D9C70-98C6-D743-ACE4-12F79296C0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279" name="椭圆 1278">
                        <a:extLst>
                          <a:ext uri="{FF2B5EF4-FFF2-40B4-BE49-F238E27FC236}">
                            <a16:creationId xmlns:a16="http://schemas.microsoft.com/office/drawing/2014/main" id="{CAB03A67-9936-BA4A-8190-03EBD32EE8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80" name="椭圆 1279">
                        <a:extLst>
                          <a:ext uri="{FF2B5EF4-FFF2-40B4-BE49-F238E27FC236}">
                            <a16:creationId xmlns:a16="http://schemas.microsoft.com/office/drawing/2014/main" id="{F5241619-A495-DE47-ACA9-974949FE9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281" name="椭圆 1280">
                        <a:extLst>
                          <a:ext uri="{FF2B5EF4-FFF2-40B4-BE49-F238E27FC236}">
                            <a16:creationId xmlns:a16="http://schemas.microsoft.com/office/drawing/2014/main" id="{1C60EE7F-D5A3-F946-93D1-891ECCA07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258" name="直线连接符 1257">
                    <a:extLst>
                      <a:ext uri="{FF2B5EF4-FFF2-40B4-BE49-F238E27FC236}">
                        <a16:creationId xmlns:a16="http://schemas.microsoft.com/office/drawing/2014/main" id="{CE2FE890-52F0-E147-9A9C-E88781093EB8}"/>
                      </a:ext>
                    </a:extLst>
                  </p:cNvPr>
                  <p:cNvCxnSpPr>
                    <a:stCxn id="1282" idx="6"/>
                    <a:endCxn id="1274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9" name="直线连接符 1258">
                    <a:extLst>
                      <a:ext uri="{FF2B5EF4-FFF2-40B4-BE49-F238E27FC236}">
                        <a16:creationId xmlns:a16="http://schemas.microsoft.com/office/drawing/2014/main" id="{E0E11E97-36A3-954D-A7CD-4AB8E447FB30}"/>
                      </a:ext>
                    </a:extLst>
                  </p:cNvPr>
                  <p:cNvCxnSpPr>
                    <a:stCxn id="1282" idx="6"/>
                    <a:endCxn id="1275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0" name="直线连接符 1259">
                    <a:extLst>
                      <a:ext uri="{FF2B5EF4-FFF2-40B4-BE49-F238E27FC236}">
                        <a16:creationId xmlns:a16="http://schemas.microsoft.com/office/drawing/2014/main" id="{218147E1-6DD9-9C4D-B055-AD934A9DF056}"/>
                      </a:ext>
                    </a:extLst>
                  </p:cNvPr>
                  <p:cNvCxnSpPr>
                    <a:cxnSpLocks/>
                    <a:stCxn id="1282" idx="6"/>
                    <a:endCxn id="1276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1" name="直线连接符 1260">
                    <a:extLst>
                      <a:ext uri="{FF2B5EF4-FFF2-40B4-BE49-F238E27FC236}">
                        <a16:creationId xmlns:a16="http://schemas.microsoft.com/office/drawing/2014/main" id="{D5CAA08E-7D92-3146-A4B5-144462B2517B}"/>
                      </a:ext>
                    </a:extLst>
                  </p:cNvPr>
                  <p:cNvCxnSpPr>
                    <a:cxnSpLocks/>
                    <a:stCxn id="1282" idx="6"/>
                    <a:endCxn id="1277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2" name="直线连接符 1261">
                    <a:extLst>
                      <a:ext uri="{FF2B5EF4-FFF2-40B4-BE49-F238E27FC236}">
                        <a16:creationId xmlns:a16="http://schemas.microsoft.com/office/drawing/2014/main" id="{A27D4133-3466-F144-9568-032C10B582FB}"/>
                      </a:ext>
                    </a:extLst>
                  </p:cNvPr>
                  <p:cNvCxnSpPr>
                    <a:cxnSpLocks/>
                    <a:stCxn id="1283" idx="6"/>
                    <a:endCxn id="1274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3" name="直线连接符 1262">
                    <a:extLst>
                      <a:ext uri="{FF2B5EF4-FFF2-40B4-BE49-F238E27FC236}">
                        <a16:creationId xmlns:a16="http://schemas.microsoft.com/office/drawing/2014/main" id="{AAF487A6-2146-1749-B07A-D4E42DE93F57}"/>
                      </a:ext>
                    </a:extLst>
                  </p:cNvPr>
                  <p:cNvCxnSpPr>
                    <a:cxnSpLocks/>
                    <a:stCxn id="1283" idx="6"/>
                    <a:endCxn id="1275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4" name="直线连接符 1263">
                    <a:extLst>
                      <a:ext uri="{FF2B5EF4-FFF2-40B4-BE49-F238E27FC236}">
                        <a16:creationId xmlns:a16="http://schemas.microsoft.com/office/drawing/2014/main" id="{5C9AFA1D-40A9-3448-82C9-6380D9AFAD33}"/>
                      </a:ext>
                    </a:extLst>
                  </p:cNvPr>
                  <p:cNvCxnSpPr>
                    <a:cxnSpLocks/>
                    <a:stCxn id="1283" idx="6"/>
                    <a:endCxn id="1276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5" name="直线连接符 1264">
                    <a:extLst>
                      <a:ext uri="{FF2B5EF4-FFF2-40B4-BE49-F238E27FC236}">
                        <a16:creationId xmlns:a16="http://schemas.microsoft.com/office/drawing/2014/main" id="{5CE5E222-5A9B-DE4B-A5D0-4D32F036CA6E}"/>
                      </a:ext>
                    </a:extLst>
                  </p:cNvPr>
                  <p:cNvCxnSpPr>
                    <a:stCxn id="1284" idx="6"/>
                    <a:endCxn id="1276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6" name="直线连接符 1265">
                    <a:extLst>
                      <a:ext uri="{FF2B5EF4-FFF2-40B4-BE49-F238E27FC236}">
                        <a16:creationId xmlns:a16="http://schemas.microsoft.com/office/drawing/2014/main" id="{F062408C-B498-7543-8A33-A36196F717B8}"/>
                      </a:ext>
                    </a:extLst>
                  </p:cNvPr>
                  <p:cNvCxnSpPr>
                    <a:stCxn id="1283" idx="6"/>
                    <a:endCxn id="1277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7" name="直线连接符 1266">
                    <a:extLst>
                      <a:ext uri="{FF2B5EF4-FFF2-40B4-BE49-F238E27FC236}">
                        <a16:creationId xmlns:a16="http://schemas.microsoft.com/office/drawing/2014/main" id="{7092D37B-6C72-E343-A04A-CDBF4A8F6E35}"/>
                      </a:ext>
                    </a:extLst>
                  </p:cNvPr>
                  <p:cNvCxnSpPr>
                    <a:cxnSpLocks/>
                    <a:stCxn id="1284" idx="6"/>
                    <a:endCxn id="1274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8" name="直线连接符 1267">
                    <a:extLst>
                      <a:ext uri="{FF2B5EF4-FFF2-40B4-BE49-F238E27FC236}">
                        <a16:creationId xmlns:a16="http://schemas.microsoft.com/office/drawing/2014/main" id="{A27D79EA-75EC-744D-BC03-165EEEF8D039}"/>
                      </a:ext>
                    </a:extLst>
                  </p:cNvPr>
                  <p:cNvCxnSpPr>
                    <a:cxnSpLocks/>
                    <a:stCxn id="1284" idx="6"/>
                    <a:endCxn id="1275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9" name="直线连接符 1268">
                    <a:extLst>
                      <a:ext uri="{FF2B5EF4-FFF2-40B4-BE49-F238E27FC236}">
                        <a16:creationId xmlns:a16="http://schemas.microsoft.com/office/drawing/2014/main" id="{899BB59F-BA78-0D4B-851B-11722711D103}"/>
                      </a:ext>
                    </a:extLst>
                  </p:cNvPr>
                  <p:cNvCxnSpPr>
                    <a:stCxn id="1284" idx="6"/>
                    <a:endCxn id="1277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0" name="直线连接符 1269">
                    <a:extLst>
                      <a:ext uri="{FF2B5EF4-FFF2-40B4-BE49-F238E27FC236}">
                        <a16:creationId xmlns:a16="http://schemas.microsoft.com/office/drawing/2014/main" id="{2201794F-3605-624F-A71E-886967213B2E}"/>
                      </a:ext>
                    </a:extLst>
                  </p:cNvPr>
                  <p:cNvCxnSpPr>
                    <a:cxnSpLocks/>
                    <a:stCxn id="1285" idx="6"/>
                    <a:endCxn id="1276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1" name="直线连接符 1270">
                    <a:extLst>
                      <a:ext uri="{FF2B5EF4-FFF2-40B4-BE49-F238E27FC236}">
                        <a16:creationId xmlns:a16="http://schemas.microsoft.com/office/drawing/2014/main" id="{47D2A126-61D1-0F42-BA77-A1AF0C152B3B}"/>
                      </a:ext>
                    </a:extLst>
                  </p:cNvPr>
                  <p:cNvCxnSpPr>
                    <a:cxnSpLocks/>
                    <a:stCxn id="1285" idx="6"/>
                    <a:endCxn id="1274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2" name="直线连接符 1271">
                    <a:extLst>
                      <a:ext uri="{FF2B5EF4-FFF2-40B4-BE49-F238E27FC236}">
                        <a16:creationId xmlns:a16="http://schemas.microsoft.com/office/drawing/2014/main" id="{E526F8B9-DD90-BA4F-AEE5-B405B7530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3" name="直线连接符 1272">
                    <a:extLst>
                      <a:ext uri="{FF2B5EF4-FFF2-40B4-BE49-F238E27FC236}">
                        <a16:creationId xmlns:a16="http://schemas.microsoft.com/office/drawing/2014/main" id="{8B48F23C-4822-5342-8E70-3A91A0F92F56}"/>
                      </a:ext>
                    </a:extLst>
                  </p:cNvPr>
                  <p:cNvCxnSpPr>
                    <a:cxnSpLocks/>
                    <a:stCxn id="1285" idx="6"/>
                    <a:endCxn id="1277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252" name="图形 1251" descr="男性形象 纯色填充">
                <a:extLst>
                  <a:ext uri="{FF2B5EF4-FFF2-40B4-BE49-F238E27FC236}">
                    <a16:creationId xmlns:a16="http://schemas.microsoft.com/office/drawing/2014/main" id="{3BEFEE3D-42A3-2941-A0EB-80C38AE0D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85127" y="-2503350"/>
                <a:ext cx="667142" cy="881481"/>
              </a:xfrm>
              <a:prstGeom prst="rect">
                <a:avLst/>
              </a:prstGeom>
            </p:spPr>
          </p:pic>
          <p:sp>
            <p:nvSpPr>
              <p:cNvPr id="1253" name="文本框 1252">
                <a:extLst>
                  <a:ext uri="{FF2B5EF4-FFF2-40B4-BE49-F238E27FC236}">
                    <a16:creationId xmlns:a16="http://schemas.microsoft.com/office/drawing/2014/main" id="{6ECBC5C1-3436-7440-A211-5E1E24D7FA4E}"/>
                  </a:ext>
                </a:extLst>
              </p:cNvPr>
              <p:cNvSpPr txBox="1"/>
              <p:nvPr/>
            </p:nvSpPr>
            <p:spPr>
              <a:xfrm>
                <a:off x="815042" y="-1721618"/>
                <a:ext cx="1608069" cy="897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Ungrouped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1" lang="zh-SG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90" name="组合 1289">
              <a:extLst>
                <a:ext uri="{FF2B5EF4-FFF2-40B4-BE49-F238E27FC236}">
                  <a16:creationId xmlns:a16="http://schemas.microsoft.com/office/drawing/2014/main" id="{8BDEF598-7929-6445-A41A-C4AAC7461F26}"/>
                </a:ext>
              </a:extLst>
            </p:cNvPr>
            <p:cNvGrpSpPr/>
            <p:nvPr/>
          </p:nvGrpSpPr>
          <p:grpSpPr>
            <a:xfrm>
              <a:off x="4564242" y="-2546741"/>
              <a:ext cx="1608069" cy="3041232"/>
              <a:chOff x="815042" y="-2503350"/>
              <a:chExt cx="1608069" cy="3041232"/>
            </a:xfrm>
          </p:grpSpPr>
          <p:sp>
            <p:nvSpPr>
              <p:cNvPr id="1291" name="圆角矩形 1290">
                <a:extLst>
                  <a:ext uri="{FF2B5EF4-FFF2-40B4-BE49-F238E27FC236}">
                    <a16:creationId xmlns:a16="http://schemas.microsoft.com/office/drawing/2014/main" id="{F1D4C960-6CFC-294D-8FE0-983B1BD17FCF}"/>
                  </a:ext>
                </a:extLst>
              </p:cNvPr>
              <p:cNvSpPr/>
              <p:nvPr/>
            </p:nvSpPr>
            <p:spPr>
              <a:xfrm>
                <a:off x="864015" y="-2503350"/>
                <a:ext cx="1559096" cy="304123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grpSp>
            <p:nvGrpSpPr>
              <p:cNvPr id="1292" name="组合 1291">
                <a:extLst>
                  <a:ext uri="{FF2B5EF4-FFF2-40B4-BE49-F238E27FC236}">
                    <a16:creationId xmlns:a16="http://schemas.microsoft.com/office/drawing/2014/main" id="{06D3D597-89E0-9C4A-931E-0D80CEA01648}"/>
                  </a:ext>
                </a:extLst>
              </p:cNvPr>
              <p:cNvGrpSpPr/>
              <p:nvPr/>
            </p:nvGrpSpPr>
            <p:grpSpPr>
              <a:xfrm>
                <a:off x="1086603" y="-914627"/>
                <a:ext cx="1066375" cy="1410719"/>
                <a:chOff x="3913798" y="1819862"/>
                <a:chExt cx="883309" cy="1207552"/>
              </a:xfrm>
            </p:grpSpPr>
            <p:sp>
              <p:nvSpPr>
                <p:cNvPr id="1295" name="圆角矩形 1294">
                  <a:extLst>
                    <a:ext uri="{FF2B5EF4-FFF2-40B4-BE49-F238E27FC236}">
                      <a16:creationId xmlns:a16="http://schemas.microsoft.com/office/drawing/2014/main" id="{A0CF2B2A-3A51-E74C-BF81-C92CF3D622BA}"/>
                    </a:ext>
                  </a:extLst>
                </p:cNvPr>
                <p:cNvSpPr/>
                <p:nvPr/>
              </p:nvSpPr>
              <p:spPr>
                <a:xfrm>
                  <a:off x="3913798" y="1819862"/>
                  <a:ext cx="883309" cy="120755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296" name="组合 1295">
                  <a:extLst>
                    <a:ext uri="{FF2B5EF4-FFF2-40B4-BE49-F238E27FC236}">
                      <a16:creationId xmlns:a16="http://schemas.microsoft.com/office/drawing/2014/main" id="{25E027E4-355D-E94D-A766-424748D18F72}"/>
                    </a:ext>
                  </a:extLst>
                </p:cNvPr>
                <p:cNvGrpSpPr/>
                <p:nvPr/>
              </p:nvGrpSpPr>
              <p:grpSpPr>
                <a:xfrm>
                  <a:off x="3993613" y="1896590"/>
                  <a:ext cx="720504" cy="1067658"/>
                  <a:chOff x="1291436" y="1408499"/>
                  <a:chExt cx="1037077" cy="1686761"/>
                </a:xfrm>
              </p:grpSpPr>
              <p:grpSp>
                <p:nvGrpSpPr>
                  <p:cNvPr id="1297" name="组合 1296">
                    <a:extLst>
                      <a:ext uri="{FF2B5EF4-FFF2-40B4-BE49-F238E27FC236}">
                        <a16:creationId xmlns:a16="http://schemas.microsoft.com/office/drawing/2014/main" id="{FD909B71-6202-9F42-8AE2-4DC2F61039D4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323" name="椭圆 1322">
                      <a:extLst>
                        <a:ext uri="{FF2B5EF4-FFF2-40B4-BE49-F238E27FC236}">
                          <a16:creationId xmlns:a16="http://schemas.microsoft.com/office/drawing/2014/main" id="{F1808D3C-0EAE-FB4A-940A-5D51A84504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24" name="椭圆 1323">
                      <a:extLst>
                        <a:ext uri="{FF2B5EF4-FFF2-40B4-BE49-F238E27FC236}">
                          <a16:creationId xmlns:a16="http://schemas.microsoft.com/office/drawing/2014/main" id="{2A8255A6-7B02-054D-BD4B-F22E3CF41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25" name="椭圆 1324">
                      <a:extLst>
                        <a:ext uri="{FF2B5EF4-FFF2-40B4-BE49-F238E27FC236}">
                          <a16:creationId xmlns:a16="http://schemas.microsoft.com/office/drawing/2014/main" id="{5C762529-220C-B143-9095-FE51F3FE90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26" name="椭圆 1325">
                      <a:extLst>
                        <a:ext uri="{FF2B5EF4-FFF2-40B4-BE49-F238E27FC236}">
                          <a16:creationId xmlns:a16="http://schemas.microsoft.com/office/drawing/2014/main" id="{72AFA760-F952-E84A-8DD7-D856A9190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327" name="组合 1326">
                      <a:extLst>
                        <a:ext uri="{FF2B5EF4-FFF2-40B4-BE49-F238E27FC236}">
                          <a16:creationId xmlns:a16="http://schemas.microsoft.com/office/drawing/2014/main" id="{41FD52C1-D764-164F-92F9-C6CC82C04D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328" name="椭圆 1327">
                        <a:extLst>
                          <a:ext uri="{FF2B5EF4-FFF2-40B4-BE49-F238E27FC236}">
                            <a16:creationId xmlns:a16="http://schemas.microsoft.com/office/drawing/2014/main" id="{1A99797F-8F20-564C-86B8-61AC987FBD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29" name="椭圆 1328">
                        <a:extLst>
                          <a:ext uri="{FF2B5EF4-FFF2-40B4-BE49-F238E27FC236}">
                            <a16:creationId xmlns:a16="http://schemas.microsoft.com/office/drawing/2014/main" id="{22440192-DD7D-4F40-B740-D6AE71BFF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30" name="椭圆 1329">
                        <a:extLst>
                          <a:ext uri="{FF2B5EF4-FFF2-40B4-BE49-F238E27FC236}">
                            <a16:creationId xmlns:a16="http://schemas.microsoft.com/office/drawing/2014/main" id="{81AA03B2-50D3-3148-87C0-A19B7A55BF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298" name="组合 1297">
                    <a:extLst>
                      <a:ext uri="{FF2B5EF4-FFF2-40B4-BE49-F238E27FC236}">
                        <a16:creationId xmlns:a16="http://schemas.microsoft.com/office/drawing/2014/main" id="{50013AF8-DDFC-524D-97D5-B39CB9EAFF61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315" name="椭圆 1314">
                      <a:extLst>
                        <a:ext uri="{FF2B5EF4-FFF2-40B4-BE49-F238E27FC236}">
                          <a16:creationId xmlns:a16="http://schemas.microsoft.com/office/drawing/2014/main" id="{159C5BDE-02AD-5B43-AEEB-0393412046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16" name="椭圆 1315">
                      <a:extLst>
                        <a:ext uri="{FF2B5EF4-FFF2-40B4-BE49-F238E27FC236}">
                          <a16:creationId xmlns:a16="http://schemas.microsoft.com/office/drawing/2014/main" id="{27EA3B1E-8BE2-5F4B-8AAF-514BF2F34D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17" name="椭圆 1316">
                      <a:extLst>
                        <a:ext uri="{FF2B5EF4-FFF2-40B4-BE49-F238E27FC236}">
                          <a16:creationId xmlns:a16="http://schemas.microsoft.com/office/drawing/2014/main" id="{1D1904DC-75B0-9D44-9BC8-E242A5F400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18" name="椭圆 1317">
                      <a:extLst>
                        <a:ext uri="{FF2B5EF4-FFF2-40B4-BE49-F238E27FC236}">
                          <a16:creationId xmlns:a16="http://schemas.microsoft.com/office/drawing/2014/main" id="{878A4A3A-6135-7E43-8F67-210B32FF6F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319" name="组合 1318">
                      <a:extLst>
                        <a:ext uri="{FF2B5EF4-FFF2-40B4-BE49-F238E27FC236}">
                          <a16:creationId xmlns:a16="http://schemas.microsoft.com/office/drawing/2014/main" id="{33DD19DC-C6E1-9A42-A867-9B3FB5C9B0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320" name="椭圆 1319">
                        <a:extLst>
                          <a:ext uri="{FF2B5EF4-FFF2-40B4-BE49-F238E27FC236}">
                            <a16:creationId xmlns:a16="http://schemas.microsoft.com/office/drawing/2014/main" id="{4BAFBA09-6094-4148-8B24-46C880A09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21" name="椭圆 1320">
                        <a:extLst>
                          <a:ext uri="{FF2B5EF4-FFF2-40B4-BE49-F238E27FC236}">
                            <a16:creationId xmlns:a16="http://schemas.microsoft.com/office/drawing/2014/main" id="{9C7EB8E2-3356-5A4C-BE81-1B287F1E17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22" name="椭圆 1321">
                        <a:extLst>
                          <a:ext uri="{FF2B5EF4-FFF2-40B4-BE49-F238E27FC236}">
                            <a16:creationId xmlns:a16="http://schemas.microsoft.com/office/drawing/2014/main" id="{3EFA62C1-3626-1947-B04C-C0640FC142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299" name="直线连接符 1298">
                    <a:extLst>
                      <a:ext uri="{FF2B5EF4-FFF2-40B4-BE49-F238E27FC236}">
                        <a16:creationId xmlns:a16="http://schemas.microsoft.com/office/drawing/2014/main" id="{795DA6A1-A08E-4944-B133-4BE444AB11DF}"/>
                      </a:ext>
                    </a:extLst>
                  </p:cNvPr>
                  <p:cNvCxnSpPr>
                    <a:stCxn id="1323" idx="6"/>
                    <a:endCxn id="1315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0" name="直线连接符 1299">
                    <a:extLst>
                      <a:ext uri="{FF2B5EF4-FFF2-40B4-BE49-F238E27FC236}">
                        <a16:creationId xmlns:a16="http://schemas.microsoft.com/office/drawing/2014/main" id="{D83ADD53-2354-D940-92F1-D7FB5CE2334A}"/>
                      </a:ext>
                    </a:extLst>
                  </p:cNvPr>
                  <p:cNvCxnSpPr>
                    <a:stCxn id="1323" idx="6"/>
                    <a:endCxn id="1316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1" name="直线连接符 1300">
                    <a:extLst>
                      <a:ext uri="{FF2B5EF4-FFF2-40B4-BE49-F238E27FC236}">
                        <a16:creationId xmlns:a16="http://schemas.microsoft.com/office/drawing/2014/main" id="{D2524FB6-BBDE-E747-9EA1-BAEE56019F30}"/>
                      </a:ext>
                    </a:extLst>
                  </p:cNvPr>
                  <p:cNvCxnSpPr>
                    <a:cxnSpLocks/>
                    <a:stCxn id="1323" idx="6"/>
                    <a:endCxn id="1317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2" name="直线连接符 1301">
                    <a:extLst>
                      <a:ext uri="{FF2B5EF4-FFF2-40B4-BE49-F238E27FC236}">
                        <a16:creationId xmlns:a16="http://schemas.microsoft.com/office/drawing/2014/main" id="{4C328CF9-072D-6F46-A04E-C244C41C7F3F}"/>
                      </a:ext>
                    </a:extLst>
                  </p:cNvPr>
                  <p:cNvCxnSpPr>
                    <a:cxnSpLocks/>
                    <a:stCxn id="1323" idx="6"/>
                    <a:endCxn id="1318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3" name="直线连接符 1302">
                    <a:extLst>
                      <a:ext uri="{FF2B5EF4-FFF2-40B4-BE49-F238E27FC236}">
                        <a16:creationId xmlns:a16="http://schemas.microsoft.com/office/drawing/2014/main" id="{369F0A9D-543F-7F4A-B2FF-6523CB4BBB17}"/>
                      </a:ext>
                    </a:extLst>
                  </p:cNvPr>
                  <p:cNvCxnSpPr>
                    <a:cxnSpLocks/>
                    <a:stCxn id="1324" idx="6"/>
                    <a:endCxn id="1315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4" name="直线连接符 1303">
                    <a:extLst>
                      <a:ext uri="{FF2B5EF4-FFF2-40B4-BE49-F238E27FC236}">
                        <a16:creationId xmlns:a16="http://schemas.microsoft.com/office/drawing/2014/main" id="{EED5E0D4-FE7F-B14A-A8F0-17E8F23E9486}"/>
                      </a:ext>
                    </a:extLst>
                  </p:cNvPr>
                  <p:cNvCxnSpPr>
                    <a:cxnSpLocks/>
                    <a:stCxn id="1324" idx="6"/>
                    <a:endCxn id="1316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5" name="直线连接符 1304">
                    <a:extLst>
                      <a:ext uri="{FF2B5EF4-FFF2-40B4-BE49-F238E27FC236}">
                        <a16:creationId xmlns:a16="http://schemas.microsoft.com/office/drawing/2014/main" id="{541EA236-ECFF-7945-AC74-955BD5F6E6F2}"/>
                      </a:ext>
                    </a:extLst>
                  </p:cNvPr>
                  <p:cNvCxnSpPr>
                    <a:cxnSpLocks/>
                    <a:stCxn id="1324" idx="6"/>
                    <a:endCxn id="1317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6" name="直线连接符 1305">
                    <a:extLst>
                      <a:ext uri="{FF2B5EF4-FFF2-40B4-BE49-F238E27FC236}">
                        <a16:creationId xmlns:a16="http://schemas.microsoft.com/office/drawing/2014/main" id="{7365F625-E88C-2B45-BDF1-D84CCE2D6932}"/>
                      </a:ext>
                    </a:extLst>
                  </p:cNvPr>
                  <p:cNvCxnSpPr>
                    <a:stCxn id="1325" idx="6"/>
                    <a:endCxn id="1317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7" name="直线连接符 1306">
                    <a:extLst>
                      <a:ext uri="{FF2B5EF4-FFF2-40B4-BE49-F238E27FC236}">
                        <a16:creationId xmlns:a16="http://schemas.microsoft.com/office/drawing/2014/main" id="{782FE481-484C-7744-A6F6-7D1418F48614}"/>
                      </a:ext>
                    </a:extLst>
                  </p:cNvPr>
                  <p:cNvCxnSpPr>
                    <a:stCxn id="1324" idx="6"/>
                    <a:endCxn id="1318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8" name="直线连接符 1307">
                    <a:extLst>
                      <a:ext uri="{FF2B5EF4-FFF2-40B4-BE49-F238E27FC236}">
                        <a16:creationId xmlns:a16="http://schemas.microsoft.com/office/drawing/2014/main" id="{7723AB15-24F8-2845-A3FE-BF3E5783C7C7}"/>
                      </a:ext>
                    </a:extLst>
                  </p:cNvPr>
                  <p:cNvCxnSpPr>
                    <a:cxnSpLocks/>
                    <a:stCxn id="1325" idx="6"/>
                    <a:endCxn id="1315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9" name="直线连接符 1308">
                    <a:extLst>
                      <a:ext uri="{FF2B5EF4-FFF2-40B4-BE49-F238E27FC236}">
                        <a16:creationId xmlns:a16="http://schemas.microsoft.com/office/drawing/2014/main" id="{E3E913BB-E723-994D-853D-9808EC2F0DF0}"/>
                      </a:ext>
                    </a:extLst>
                  </p:cNvPr>
                  <p:cNvCxnSpPr>
                    <a:cxnSpLocks/>
                    <a:stCxn id="1325" idx="6"/>
                    <a:endCxn id="1316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0" name="直线连接符 1309">
                    <a:extLst>
                      <a:ext uri="{FF2B5EF4-FFF2-40B4-BE49-F238E27FC236}">
                        <a16:creationId xmlns:a16="http://schemas.microsoft.com/office/drawing/2014/main" id="{2C5D44D5-592A-D84D-8E08-303E9DED71E9}"/>
                      </a:ext>
                    </a:extLst>
                  </p:cNvPr>
                  <p:cNvCxnSpPr>
                    <a:stCxn id="1325" idx="6"/>
                    <a:endCxn id="1318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1" name="直线连接符 1310">
                    <a:extLst>
                      <a:ext uri="{FF2B5EF4-FFF2-40B4-BE49-F238E27FC236}">
                        <a16:creationId xmlns:a16="http://schemas.microsoft.com/office/drawing/2014/main" id="{C685482F-F739-8F4D-96ED-A8BE9A848790}"/>
                      </a:ext>
                    </a:extLst>
                  </p:cNvPr>
                  <p:cNvCxnSpPr>
                    <a:cxnSpLocks/>
                    <a:stCxn id="1326" idx="6"/>
                    <a:endCxn id="1317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2" name="直线连接符 1311">
                    <a:extLst>
                      <a:ext uri="{FF2B5EF4-FFF2-40B4-BE49-F238E27FC236}">
                        <a16:creationId xmlns:a16="http://schemas.microsoft.com/office/drawing/2014/main" id="{56E3E19B-FA31-EB45-9CB3-F5EA1DBE9AE9}"/>
                      </a:ext>
                    </a:extLst>
                  </p:cNvPr>
                  <p:cNvCxnSpPr>
                    <a:cxnSpLocks/>
                    <a:stCxn id="1326" idx="6"/>
                    <a:endCxn id="1315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3" name="直线连接符 1312">
                    <a:extLst>
                      <a:ext uri="{FF2B5EF4-FFF2-40B4-BE49-F238E27FC236}">
                        <a16:creationId xmlns:a16="http://schemas.microsoft.com/office/drawing/2014/main" id="{A7623AB7-662F-9349-82ED-7249680E26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4" name="直线连接符 1313">
                    <a:extLst>
                      <a:ext uri="{FF2B5EF4-FFF2-40B4-BE49-F238E27FC236}">
                        <a16:creationId xmlns:a16="http://schemas.microsoft.com/office/drawing/2014/main" id="{8550F2BF-0823-7248-99F9-AC5BAFF8A107}"/>
                      </a:ext>
                    </a:extLst>
                  </p:cNvPr>
                  <p:cNvCxnSpPr>
                    <a:cxnSpLocks/>
                    <a:stCxn id="1326" idx="6"/>
                    <a:endCxn id="1318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293" name="图形 1292" descr="男性形象 纯色填充">
                <a:extLst>
                  <a:ext uri="{FF2B5EF4-FFF2-40B4-BE49-F238E27FC236}">
                    <a16:creationId xmlns:a16="http://schemas.microsoft.com/office/drawing/2014/main" id="{E805FDC6-CF25-DD47-8A6D-CCEF5BA56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85127" y="-2503350"/>
                <a:ext cx="667142" cy="881481"/>
              </a:xfrm>
              <a:prstGeom prst="rect">
                <a:avLst/>
              </a:prstGeom>
            </p:spPr>
          </p:pic>
          <p:sp>
            <p:nvSpPr>
              <p:cNvPr id="1294" name="文本框 1293">
                <a:extLst>
                  <a:ext uri="{FF2B5EF4-FFF2-40B4-BE49-F238E27FC236}">
                    <a16:creationId xmlns:a16="http://schemas.microsoft.com/office/drawing/2014/main" id="{3FD18E94-B2ED-B44A-A27A-0CCD434CC7A8}"/>
                  </a:ext>
                </a:extLst>
              </p:cNvPr>
              <p:cNvSpPr txBox="1"/>
              <p:nvPr/>
            </p:nvSpPr>
            <p:spPr>
              <a:xfrm>
                <a:off x="815042" y="-1721618"/>
                <a:ext cx="1608069" cy="897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Ungrouped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1" lang="zh-SG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1" name="组合 1330">
              <a:extLst>
                <a:ext uri="{FF2B5EF4-FFF2-40B4-BE49-F238E27FC236}">
                  <a16:creationId xmlns:a16="http://schemas.microsoft.com/office/drawing/2014/main" id="{78B5579A-BDFB-E14D-A167-16E8C342C361}"/>
                </a:ext>
              </a:extLst>
            </p:cNvPr>
            <p:cNvGrpSpPr/>
            <p:nvPr/>
          </p:nvGrpSpPr>
          <p:grpSpPr>
            <a:xfrm>
              <a:off x="2684373" y="-2530539"/>
              <a:ext cx="1608069" cy="3041232"/>
              <a:chOff x="815042" y="-2503350"/>
              <a:chExt cx="1608069" cy="3041232"/>
            </a:xfrm>
          </p:grpSpPr>
          <p:sp>
            <p:nvSpPr>
              <p:cNvPr id="1332" name="圆角矩形 1331">
                <a:extLst>
                  <a:ext uri="{FF2B5EF4-FFF2-40B4-BE49-F238E27FC236}">
                    <a16:creationId xmlns:a16="http://schemas.microsoft.com/office/drawing/2014/main" id="{2F14F862-AA18-2F4A-AE79-61F4E02734E2}"/>
                  </a:ext>
                </a:extLst>
              </p:cNvPr>
              <p:cNvSpPr/>
              <p:nvPr/>
            </p:nvSpPr>
            <p:spPr>
              <a:xfrm>
                <a:off x="864015" y="-2503350"/>
                <a:ext cx="1559096" cy="304123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SG" altLang="en-US"/>
              </a:p>
            </p:txBody>
          </p:sp>
          <p:grpSp>
            <p:nvGrpSpPr>
              <p:cNvPr id="1333" name="组合 1332">
                <a:extLst>
                  <a:ext uri="{FF2B5EF4-FFF2-40B4-BE49-F238E27FC236}">
                    <a16:creationId xmlns:a16="http://schemas.microsoft.com/office/drawing/2014/main" id="{E574F2AF-AA8F-6B4C-9D79-2A1C279F01DA}"/>
                  </a:ext>
                </a:extLst>
              </p:cNvPr>
              <p:cNvGrpSpPr/>
              <p:nvPr/>
            </p:nvGrpSpPr>
            <p:grpSpPr>
              <a:xfrm>
                <a:off x="1086603" y="-914627"/>
                <a:ext cx="1066375" cy="1410719"/>
                <a:chOff x="3913798" y="1819862"/>
                <a:chExt cx="883309" cy="1207552"/>
              </a:xfrm>
            </p:grpSpPr>
            <p:sp>
              <p:nvSpPr>
                <p:cNvPr id="1336" name="圆角矩形 1335">
                  <a:extLst>
                    <a:ext uri="{FF2B5EF4-FFF2-40B4-BE49-F238E27FC236}">
                      <a16:creationId xmlns:a16="http://schemas.microsoft.com/office/drawing/2014/main" id="{A7A20347-4718-604E-93E8-812526144203}"/>
                    </a:ext>
                  </a:extLst>
                </p:cNvPr>
                <p:cNvSpPr/>
                <p:nvPr/>
              </p:nvSpPr>
              <p:spPr>
                <a:xfrm>
                  <a:off x="3913798" y="1819862"/>
                  <a:ext cx="883309" cy="1207552"/>
                </a:xfrm>
                <a:prstGeom prst="roundRect">
                  <a:avLst/>
                </a:prstGeom>
                <a:solidFill>
                  <a:schemeClr val="bg2"/>
                </a:solidFill>
                <a:ln w="254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SG" altLang="en-US" sz="1126"/>
                </a:p>
              </p:txBody>
            </p:sp>
            <p:grpSp>
              <p:nvGrpSpPr>
                <p:cNvPr id="1337" name="组合 1336">
                  <a:extLst>
                    <a:ext uri="{FF2B5EF4-FFF2-40B4-BE49-F238E27FC236}">
                      <a16:creationId xmlns:a16="http://schemas.microsoft.com/office/drawing/2014/main" id="{9AB3859D-A48D-9144-9D19-EB7091D9CE6A}"/>
                    </a:ext>
                  </a:extLst>
                </p:cNvPr>
                <p:cNvGrpSpPr/>
                <p:nvPr/>
              </p:nvGrpSpPr>
              <p:grpSpPr>
                <a:xfrm>
                  <a:off x="3993613" y="1896590"/>
                  <a:ext cx="720504" cy="1067658"/>
                  <a:chOff x="1291436" y="1408499"/>
                  <a:chExt cx="1037077" cy="1686761"/>
                </a:xfrm>
              </p:grpSpPr>
              <p:grpSp>
                <p:nvGrpSpPr>
                  <p:cNvPr id="1338" name="组合 1337">
                    <a:extLst>
                      <a:ext uri="{FF2B5EF4-FFF2-40B4-BE49-F238E27FC236}">
                        <a16:creationId xmlns:a16="http://schemas.microsoft.com/office/drawing/2014/main" id="{694F42C6-CE49-B944-B740-29934C2CEB17}"/>
                      </a:ext>
                    </a:extLst>
                  </p:cNvPr>
                  <p:cNvGrpSpPr/>
                  <p:nvPr/>
                </p:nvGrpSpPr>
                <p:grpSpPr>
                  <a:xfrm>
                    <a:off x="1291436" y="1408499"/>
                    <a:ext cx="223779" cy="1686761"/>
                    <a:chOff x="1466124" y="1395797"/>
                    <a:chExt cx="223779" cy="1686761"/>
                  </a:xfrm>
                </p:grpSpPr>
                <p:sp>
                  <p:nvSpPr>
                    <p:cNvPr id="1364" name="椭圆 1363">
                      <a:extLst>
                        <a:ext uri="{FF2B5EF4-FFF2-40B4-BE49-F238E27FC236}">
                          <a16:creationId xmlns:a16="http://schemas.microsoft.com/office/drawing/2014/main" id="{D6F04E44-2858-7A40-AB9E-6BCBFFCB9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8051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65" name="椭圆 1364">
                      <a:extLst>
                        <a:ext uri="{FF2B5EF4-FFF2-40B4-BE49-F238E27FC236}">
                          <a16:creationId xmlns:a16="http://schemas.microsoft.com/office/drawing/2014/main" id="{E1CA8904-6545-C748-967A-175D43044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5" y="175935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66" name="椭圆 1365">
                      <a:extLst>
                        <a:ext uri="{FF2B5EF4-FFF2-40B4-BE49-F238E27FC236}">
                          <a16:creationId xmlns:a16="http://schemas.microsoft.com/office/drawing/2014/main" id="{F3D6B0C3-47B3-D846-AD31-12CFBB7FF5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9986" y="214236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67" name="椭圆 1366">
                      <a:extLst>
                        <a:ext uri="{FF2B5EF4-FFF2-40B4-BE49-F238E27FC236}">
                          <a16:creationId xmlns:a16="http://schemas.microsoft.com/office/drawing/2014/main" id="{151798E0-ABA7-AB46-A38A-A5624F309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6124" y="286947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368" name="组合 1367">
                      <a:extLst>
                        <a:ext uri="{FF2B5EF4-FFF2-40B4-BE49-F238E27FC236}">
                          <a16:creationId xmlns:a16="http://schemas.microsoft.com/office/drawing/2014/main" id="{0114AB4C-992A-7B4A-882F-D8D3855FCE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14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369" name="椭圆 1368">
                        <a:extLst>
                          <a:ext uri="{FF2B5EF4-FFF2-40B4-BE49-F238E27FC236}">
                            <a16:creationId xmlns:a16="http://schemas.microsoft.com/office/drawing/2014/main" id="{B8C2F11A-CF03-DB43-A162-774D21E61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70" name="椭圆 1369">
                        <a:extLst>
                          <a:ext uri="{FF2B5EF4-FFF2-40B4-BE49-F238E27FC236}">
                            <a16:creationId xmlns:a16="http://schemas.microsoft.com/office/drawing/2014/main" id="{CDF1F8F5-BF7E-3B47-9E85-13F8D508B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71" name="椭圆 1370">
                        <a:extLst>
                          <a:ext uri="{FF2B5EF4-FFF2-40B4-BE49-F238E27FC236}">
                            <a16:creationId xmlns:a16="http://schemas.microsoft.com/office/drawing/2014/main" id="{486DB523-8D01-2442-9649-5AB4905AD2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grpSp>
                <p:nvGrpSpPr>
                  <p:cNvPr id="1339" name="组合 1338">
                    <a:extLst>
                      <a:ext uri="{FF2B5EF4-FFF2-40B4-BE49-F238E27FC236}">
                        <a16:creationId xmlns:a16="http://schemas.microsoft.com/office/drawing/2014/main" id="{DE2917A5-256A-E34F-BB5C-B9311869D51A}"/>
                      </a:ext>
                    </a:extLst>
                  </p:cNvPr>
                  <p:cNvGrpSpPr/>
                  <p:nvPr/>
                </p:nvGrpSpPr>
                <p:grpSpPr>
                  <a:xfrm>
                    <a:off x="2102600" y="1408499"/>
                    <a:ext cx="225913" cy="1685729"/>
                    <a:chOff x="2056434" y="1395797"/>
                    <a:chExt cx="225913" cy="1685729"/>
                  </a:xfrm>
                </p:grpSpPr>
                <p:sp>
                  <p:nvSpPr>
                    <p:cNvPr id="1356" name="椭圆 1355">
                      <a:extLst>
                        <a:ext uri="{FF2B5EF4-FFF2-40B4-BE49-F238E27FC236}">
                          <a16:creationId xmlns:a16="http://schemas.microsoft.com/office/drawing/2014/main" id="{CD406473-5F83-D04A-BC42-FCFE886967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1395797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57" name="椭圆 1356">
                      <a:extLst>
                        <a:ext uri="{FF2B5EF4-FFF2-40B4-BE49-F238E27FC236}">
                          <a16:creationId xmlns:a16="http://schemas.microsoft.com/office/drawing/2014/main" id="{BF74DF7D-5E46-DF4F-BEFD-70AD3F4DB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2430" y="1759351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58" name="椭圆 1357">
                      <a:extLst>
                        <a:ext uri="{FF2B5EF4-FFF2-40B4-BE49-F238E27FC236}">
                          <a16:creationId xmlns:a16="http://schemas.microsoft.com/office/drawing/2014/main" id="{052A0B45-0B21-AF41-9395-86314B1A7D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6434" y="2138504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sp>
                  <p:nvSpPr>
                    <p:cNvPr id="1359" name="椭圆 1358">
                      <a:extLst>
                        <a:ext uri="{FF2B5EF4-FFF2-40B4-BE49-F238E27FC236}">
                          <a16:creationId xmlns:a16="http://schemas.microsoft.com/office/drawing/2014/main" id="{B55C19A4-E213-134A-88A1-65999A19F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7360" y="2868442"/>
                      <a:ext cx="219917" cy="213084"/>
                    </a:xfrm>
                    <a:prstGeom prst="ellipse">
                      <a:avLst/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SG" altLang="en-US" sz="1126"/>
                    </a:p>
                  </p:txBody>
                </p:sp>
                <p:grpSp>
                  <p:nvGrpSpPr>
                    <p:cNvPr id="1360" name="组合 1359">
                      <a:extLst>
                        <a:ext uri="{FF2B5EF4-FFF2-40B4-BE49-F238E27FC236}">
                          <a16:creationId xmlns:a16="http://schemas.microsoft.com/office/drawing/2014/main" id="{E3DFE9C4-8E74-6448-99B3-1DB89D84FF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455" y="2431400"/>
                      <a:ext cx="57874" cy="374248"/>
                      <a:chOff x="3750197" y="2465408"/>
                      <a:chExt cx="57874" cy="374248"/>
                    </a:xfrm>
                  </p:grpSpPr>
                  <p:sp>
                    <p:nvSpPr>
                      <p:cNvPr id="1361" name="椭圆 1360">
                        <a:extLst>
                          <a:ext uri="{FF2B5EF4-FFF2-40B4-BE49-F238E27FC236}">
                            <a16:creationId xmlns:a16="http://schemas.microsoft.com/office/drawing/2014/main" id="{7D451E7E-A398-2541-9A3A-95E4CD74CD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4654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62" name="椭圆 1361">
                        <a:extLst>
                          <a:ext uri="{FF2B5EF4-FFF2-40B4-BE49-F238E27FC236}">
                            <a16:creationId xmlns:a16="http://schemas.microsoft.com/office/drawing/2014/main" id="{D90BB2A0-639A-3D4E-B3C8-800AF672A4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6178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  <p:sp>
                    <p:nvSpPr>
                      <p:cNvPr id="1363" name="椭圆 1362">
                        <a:extLst>
                          <a:ext uri="{FF2B5EF4-FFF2-40B4-BE49-F238E27FC236}">
                            <a16:creationId xmlns:a16="http://schemas.microsoft.com/office/drawing/2014/main" id="{56123FDD-3868-7A43-8655-52F02E60E4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0197" y="2770208"/>
                        <a:ext cx="57874" cy="6944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bg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SG" altLang="en-US" sz="1126"/>
                      </a:p>
                    </p:txBody>
                  </p:sp>
                </p:grpSp>
              </p:grpSp>
              <p:cxnSp>
                <p:nvCxnSpPr>
                  <p:cNvPr id="1340" name="直线连接符 1339">
                    <a:extLst>
                      <a:ext uri="{FF2B5EF4-FFF2-40B4-BE49-F238E27FC236}">
                        <a16:creationId xmlns:a16="http://schemas.microsoft.com/office/drawing/2014/main" id="{7CEA2D37-D3A3-AF4F-8C28-9C497B0814F4}"/>
                      </a:ext>
                    </a:extLst>
                  </p:cNvPr>
                  <p:cNvCxnSpPr>
                    <a:stCxn id="1364" idx="6"/>
                    <a:endCxn id="1356" idx="2"/>
                  </p:cNvCxnSpPr>
                  <p:nvPr/>
                </p:nvCxnSpPr>
                <p:spPr>
                  <a:xfrm>
                    <a:off x="1513280" y="1515041"/>
                    <a:ext cx="58932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1" name="直线连接符 1340">
                    <a:extLst>
                      <a:ext uri="{FF2B5EF4-FFF2-40B4-BE49-F238E27FC236}">
                        <a16:creationId xmlns:a16="http://schemas.microsoft.com/office/drawing/2014/main" id="{2008B55E-EF12-6748-B295-81FF9D1ECDEE}"/>
                      </a:ext>
                    </a:extLst>
                  </p:cNvPr>
                  <p:cNvCxnSpPr>
                    <a:stCxn id="1364" idx="6"/>
                    <a:endCxn id="1357" idx="2"/>
                  </p:cNvCxnSpPr>
                  <p:nvPr/>
                </p:nvCxnSpPr>
                <p:spPr>
                  <a:xfrm>
                    <a:off x="1513280" y="1515041"/>
                    <a:ext cx="595316" cy="363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2" name="直线连接符 1341">
                    <a:extLst>
                      <a:ext uri="{FF2B5EF4-FFF2-40B4-BE49-F238E27FC236}">
                        <a16:creationId xmlns:a16="http://schemas.microsoft.com/office/drawing/2014/main" id="{3D357273-492E-3248-B012-F52AA523F7B6}"/>
                      </a:ext>
                    </a:extLst>
                  </p:cNvPr>
                  <p:cNvCxnSpPr>
                    <a:cxnSpLocks/>
                    <a:stCxn id="1364" idx="6"/>
                    <a:endCxn id="1358" idx="2"/>
                  </p:cNvCxnSpPr>
                  <p:nvPr/>
                </p:nvCxnSpPr>
                <p:spPr>
                  <a:xfrm>
                    <a:off x="1513280" y="1515041"/>
                    <a:ext cx="589320" cy="74270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3" name="直线连接符 1342">
                    <a:extLst>
                      <a:ext uri="{FF2B5EF4-FFF2-40B4-BE49-F238E27FC236}">
                        <a16:creationId xmlns:a16="http://schemas.microsoft.com/office/drawing/2014/main" id="{E81ACA97-BB29-AE4C-B467-3173AB84A96E}"/>
                      </a:ext>
                    </a:extLst>
                  </p:cNvPr>
                  <p:cNvCxnSpPr>
                    <a:cxnSpLocks/>
                    <a:stCxn id="1364" idx="6"/>
                    <a:endCxn id="1359" idx="2"/>
                  </p:cNvCxnSpPr>
                  <p:nvPr/>
                </p:nvCxnSpPr>
                <p:spPr>
                  <a:xfrm>
                    <a:off x="1513280" y="1515041"/>
                    <a:ext cx="590246" cy="147264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4" name="直线连接符 1343">
                    <a:extLst>
                      <a:ext uri="{FF2B5EF4-FFF2-40B4-BE49-F238E27FC236}">
                        <a16:creationId xmlns:a16="http://schemas.microsoft.com/office/drawing/2014/main" id="{4E68270C-C317-BF45-B673-B49F2C72BF07}"/>
                      </a:ext>
                    </a:extLst>
                  </p:cNvPr>
                  <p:cNvCxnSpPr>
                    <a:cxnSpLocks/>
                    <a:stCxn id="1365" idx="6"/>
                    <a:endCxn id="1356" idx="2"/>
                  </p:cNvCxnSpPr>
                  <p:nvPr/>
                </p:nvCxnSpPr>
                <p:spPr>
                  <a:xfrm flipV="1">
                    <a:off x="1511354" y="1515041"/>
                    <a:ext cx="591246" cy="3635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5" name="直线连接符 1344">
                    <a:extLst>
                      <a:ext uri="{FF2B5EF4-FFF2-40B4-BE49-F238E27FC236}">
                        <a16:creationId xmlns:a16="http://schemas.microsoft.com/office/drawing/2014/main" id="{9F372380-33CF-6B44-BFD0-C0F5C317C99A}"/>
                      </a:ext>
                    </a:extLst>
                  </p:cNvPr>
                  <p:cNvCxnSpPr>
                    <a:cxnSpLocks/>
                    <a:stCxn id="1365" idx="6"/>
                    <a:endCxn id="1357" idx="2"/>
                  </p:cNvCxnSpPr>
                  <p:nvPr/>
                </p:nvCxnSpPr>
                <p:spPr>
                  <a:xfrm flipV="1">
                    <a:off x="1511354" y="1878595"/>
                    <a:ext cx="597242" cy="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6" name="直线连接符 1345">
                    <a:extLst>
                      <a:ext uri="{FF2B5EF4-FFF2-40B4-BE49-F238E27FC236}">
                        <a16:creationId xmlns:a16="http://schemas.microsoft.com/office/drawing/2014/main" id="{6D738E5F-7969-164A-8424-045DEC002F98}"/>
                      </a:ext>
                    </a:extLst>
                  </p:cNvPr>
                  <p:cNvCxnSpPr>
                    <a:cxnSpLocks/>
                    <a:stCxn id="1365" idx="6"/>
                    <a:endCxn id="1358" idx="2"/>
                  </p:cNvCxnSpPr>
                  <p:nvPr/>
                </p:nvCxnSpPr>
                <p:spPr>
                  <a:xfrm>
                    <a:off x="1511354" y="1878596"/>
                    <a:ext cx="591246" cy="37915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7" name="直线连接符 1346">
                    <a:extLst>
                      <a:ext uri="{FF2B5EF4-FFF2-40B4-BE49-F238E27FC236}">
                        <a16:creationId xmlns:a16="http://schemas.microsoft.com/office/drawing/2014/main" id="{DB8E3027-8665-C945-9D93-07D284D28715}"/>
                      </a:ext>
                    </a:extLst>
                  </p:cNvPr>
                  <p:cNvCxnSpPr>
                    <a:stCxn id="1366" idx="6"/>
                    <a:endCxn id="1358" idx="2"/>
                  </p:cNvCxnSpPr>
                  <p:nvPr/>
                </p:nvCxnSpPr>
                <p:spPr>
                  <a:xfrm flipV="1">
                    <a:off x="1515215" y="2257748"/>
                    <a:ext cx="587385" cy="386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8" name="直线连接符 1347">
                    <a:extLst>
                      <a:ext uri="{FF2B5EF4-FFF2-40B4-BE49-F238E27FC236}">
                        <a16:creationId xmlns:a16="http://schemas.microsoft.com/office/drawing/2014/main" id="{6FA4D051-06D7-E945-8821-D8F181CDDAB6}"/>
                      </a:ext>
                    </a:extLst>
                  </p:cNvPr>
                  <p:cNvCxnSpPr>
                    <a:stCxn id="1365" idx="6"/>
                    <a:endCxn id="1359" idx="2"/>
                  </p:cNvCxnSpPr>
                  <p:nvPr/>
                </p:nvCxnSpPr>
                <p:spPr>
                  <a:xfrm>
                    <a:off x="1511354" y="1878596"/>
                    <a:ext cx="592172" cy="110909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9" name="直线连接符 1348">
                    <a:extLst>
                      <a:ext uri="{FF2B5EF4-FFF2-40B4-BE49-F238E27FC236}">
                        <a16:creationId xmlns:a16="http://schemas.microsoft.com/office/drawing/2014/main" id="{29FA303E-2A18-2340-B7EB-2BB7E834CEBA}"/>
                      </a:ext>
                    </a:extLst>
                  </p:cNvPr>
                  <p:cNvCxnSpPr>
                    <a:cxnSpLocks/>
                    <a:stCxn id="1366" idx="6"/>
                    <a:endCxn id="1356" idx="2"/>
                  </p:cNvCxnSpPr>
                  <p:nvPr/>
                </p:nvCxnSpPr>
                <p:spPr>
                  <a:xfrm flipV="1">
                    <a:off x="1515215" y="1515041"/>
                    <a:ext cx="587385" cy="74656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0" name="直线连接符 1349">
                    <a:extLst>
                      <a:ext uri="{FF2B5EF4-FFF2-40B4-BE49-F238E27FC236}">
                        <a16:creationId xmlns:a16="http://schemas.microsoft.com/office/drawing/2014/main" id="{B00A0B0F-53F8-5447-B6B6-CFC7B4F8A185}"/>
                      </a:ext>
                    </a:extLst>
                  </p:cNvPr>
                  <p:cNvCxnSpPr>
                    <a:cxnSpLocks/>
                    <a:stCxn id="1366" idx="6"/>
                    <a:endCxn id="1357" idx="2"/>
                  </p:cNvCxnSpPr>
                  <p:nvPr/>
                </p:nvCxnSpPr>
                <p:spPr>
                  <a:xfrm flipV="1">
                    <a:off x="1515215" y="1878595"/>
                    <a:ext cx="593381" cy="383013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1" name="直线连接符 1350">
                    <a:extLst>
                      <a:ext uri="{FF2B5EF4-FFF2-40B4-BE49-F238E27FC236}">
                        <a16:creationId xmlns:a16="http://schemas.microsoft.com/office/drawing/2014/main" id="{87F91548-FA7C-2F4B-9843-77BC5CA9D21F}"/>
                      </a:ext>
                    </a:extLst>
                  </p:cNvPr>
                  <p:cNvCxnSpPr>
                    <a:stCxn id="1366" idx="6"/>
                    <a:endCxn id="1359" idx="2"/>
                  </p:cNvCxnSpPr>
                  <p:nvPr/>
                </p:nvCxnSpPr>
                <p:spPr>
                  <a:xfrm>
                    <a:off x="1515215" y="2261608"/>
                    <a:ext cx="588311" cy="72607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2" name="直线连接符 1351">
                    <a:extLst>
                      <a:ext uri="{FF2B5EF4-FFF2-40B4-BE49-F238E27FC236}">
                        <a16:creationId xmlns:a16="http://schemas.microsoft.com/office/drawing/2014/main" id="{0374D94D-4658-4249-96A0-BDA0599F8F78}"/>
                      </a:ext>
                    </a:extLst>
                  </p:cNvPr>
                  <p:cNvCxnSpPr>
                    <a:cxnSpLocks/>
                    <a:stCxn id="1367" idx="6"/>
                    <a:endCxn id="1358" idx="2"/>
                  </p:cNvCxnSpPr>
                  <p:nvPr/>
                </p:nvCxnSpPr>
                <p:spPr>
                  <a:xfrm flipV="1">
                    <a:off x="1511353" y="2257748"/>
                    <a:ext cx="591247" cy="73097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3" name="直线连接符 1352">
                    <a:extLst>
                      <a:ext uri="{FF2B5EF4-FFF2-40B4-BE49-F238E27FC236}">
                        <a16:creationId xmlns:a16="http://schemas.microsoft.com/office/drawing/2014/main" id="{51DED31C-566B-BE40-90CE-5BEBCDA64CAF}"/>
                      </a:ext>
                    </a:extLst>
                  </p:cNvPr>
                  <p:cNvCxnSpPr>
                    <a:cxnSpLocks/>
                    <a:stCxn id="1367" idx="6"/>
                    <a:endCxn id="1356" idx="2"/>
                  </p:cNvCxnSpPr>
                  <p:nvPr/>
                </p:nvCxnSpPr>
                <p:spPr>
                  <a:xfrm flipV="1">
                    <a:off x="1511353" y="1515041"/>
                    <a:ext cx="591247" cy="147367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4" name="直线连接符 1353">
                    <a:extLst>
                      <a:ext uri="{FF2B5EF4-FFF2-40B4-BE49-F238E27FC236}">
                        <a16:creationId xmlns:a16="http://schemas.microsoft.com/office/drawing/2014/main" id="{3EA2B4E0-865F-694D-80C1-1B31D20252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520286" y="1877565"/>
                    <a:ext cx="577244" cy="110909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5" name="直线连接符 1354">
                    <a:extLst>
                      <a:ext uri="{FF2B5EF4-FFF2-40B4-BE49-F238E27FC236}">
                        <a16:creationId xmlns:a16="http://schemas.microsoft.com/office/drawing/2014/main" id="{C16ED1E6-65A5-8647-99A5-20A90E4A5F87}"/>
                      </a:ext>
                    </a:extLst>
                  </p:cNvPr>
                  <p:cNvCxnSpPr>
                    <a:cxnSpLocks/>
                    <a:stCxn id="1367" idx="6"/>
                    <a:endCxn id="1359" idx="2"/>
                  </p:cNvCxnSpPr>
                  <p:nvPr/>
                </p:nvCxnSpPr>
                <p:spPr>
                  <a:xfrm flipV="1">
                    <a:off x="1511353" y="2987686"/>
                    <a:ext cx="592173" cy="103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334" name="图形 1333" descr="男性形象 纯色填充">
                <a:extLst>
                  <a:ext uri="{FF2B5EF4-FFF2-40B4-BE49-F238E27FC236}">
                    <a16:creationId xmlns:a16="http://schemas.microsoft.com/office/drawing/2014/main" id="{173D3219-2011-5B46-9F3B-F9C22F256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85127" y="-2503350"/>
                <a:ext cx="667142" cy="881481"/>
              </a:xfrm>
              <a:prstGeom prst="rect">
                <a:avLst/>
              </a:prstGeom>
            </p:spPr>
          </p:pic>
          <p:sp>
            <p:nvSpPr>
              <p:cNvPr id="1335" name="文本框 1334">
                <a:extLst>
                  <a:ext uri="{FF2B5EF4-FFF2-40B4-BE49-F238E27FC236}">
                    <a16:creationId xmlns:a16="http://schemas.microsoft.com/office/drawing/2014/main" id="{A8FAA086-A692-0F4B-BC85-E69D721AB6CF}"/>
                  </a:ext>
                </a:extLst>
              </p:cNvPr>
              <p:cNvSpPr txBox="1"/>
              <p:nvPr/>
            </p:nvSpPr>
            <p:spPr>
              <a:xfrm>
                <a:off x="815042" y="-1721618"/>
                <a:ext cx="1608069" cy="897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Ungrouped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1" lang="zh-SG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14" name="圆角矩形 1413">
            <a:extLst>
              <a:ext uri="{FF2B5EF4-FFF2-40B4-BE49-F238E27FC236}">
                <a16:creationId xmlns:a16="http://schemas.microsoft.com/office/drawing/2014/main" id="{A2A668FD-74AC-6144-9B85-67062BE946C4}"/>
              </a:ext>
            </a:extLst>
          </p:cNvPr>
          <p:cNvSpPr/>
          <p:nvPr/>
        </p:nvSpPr>
        <p:spPr>
          <a:xfrm>
            <a:off x="16916521" y="-1462209"/>
            <a:ext cx="2273045" cy="1043541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 dirty="0"/>
          </a:p>
        </p:txBody>
      </p:sp>
      <p:cxnSp>
        <p:nvCxnSpPr>
          <p:cNvPr id="1416" name="直线箭头连接符 1415">
            <a:extLst>
              <a:ext uri="{FF2B5EF4-FFF2-40B4-BE49-F238E27FC236}">
                <a16:creationId xmlns:a16="http://schemas.microsoft.com/office/drawing/2014/main" id="{F48B742E-7712-C245-BB0D-7085EF913BDF}"/>
              </a:ext>
            </a:extLst>
          </p:cNvPr>
          <p:cNvCxnSpPr>
            <a:cxnSpLocks/>
            <a:stCxn id="954" idx="1"/>
            <a:endCxn id="1063" idx="3"/>
          </p:cNvCxnSpPr>
          <p:nvPr/>
        </p:nvCxnSpPr>
        <p:spPr>
          <a:xfrm flipH="1">
            <a:off x="11710765" y="935209"/>
            <a:ext cx="1064641" cy="111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肘形连接符 1427">
            <a:extLst>
              <a:ext uri="{FF2B5EF4-FFF2-40B4-BE49-F238E27FC236}">
                <a16:creationId xmlns:a16="http://schemas.microsoft.com/office/drawing/2014/main" id="{4F819D86-7B52-6A49-8BAF-849C8DEC1EEE}"/>
              </a:ext>
            </a:extLst>
          </p:cNvPr>
          <p:cNvCxnSpPr>
            <a:cxnSpLocks/>
            <a:stCxn id="6" idx="0"/>
            <a:endCxn id="1436" idx="0"/>
          </p:cNvCxnSpPr>
          <p:nvPr/>
        </p:nvCxnSpPr>
        <p:spPr>
          <a:xfrm rot="5400000" flipH="1" flipV="1">
            <a:off x="7318458" y="-13152521"/>
            <a:ext cx="1352022" cy="20134720"/>
          </a:xfrm>
          <a:prstGeom prst="bentConnector3">
            <a:avLst>
              <a:gd name="adj1" fmla="val 11690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圆角矩形 1435">
            <a:extLst>
              <a:ext uri="{FF2B5EF4-FFF2-40B4-BE49-F238E27FC236}">
                <a16:creationId xmlns:a16="http://schemas.microsoft.com/office/drawing/2014/main" id="{817ECF14-8C42-F94A-95A2-CDEBA3474AA5}"/>
              </a:ext>
            </a:extLst>
          </p:cNvPr>
          <p:cNvSpPr/>
          <p:nvPr/>
        </p:nvSpPr>
        <p:spPr>
          <a:xfrm>
            <a:off x="16140485" y="-3761172"/>
            <a:ext cx="3842687" cy="1213488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 sz="2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8" name="文本框 1437">
            <a:extLst>
              <a:ext uri="{FF2B5EF4-FFF2-40B4-BE49-F238E27FC236}">
                <a16:creationId xmlns:a16="http://schemas.microsoft.com/office/drawing/2014/main" id="{FADAB9CC-57B7-3E46-9F93-E88662BCA21C}"/>
              </a:ext>
            </a:extLst>
          </p:cNvPr>
          <p:cNvSpPr txBox="1"/>
          <p:nvPr/>
        </p:nvSpPr>
        <p:spPr>
          <a:xfrm>
            <a:off x="9513232" y="-2491023"/>
            <a:ext cx="22582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</a:p>
          <a:p>
            <a:pPr algn="ctr"/>
            <a:r>
              <a:rPr kumimoji="1" lang="en-US" altLang="zh-SG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</a:t>
            </a:r>
            <a:endParaRPr kumimoji="1" lang="zh-SG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52" name="直线箭头连接符 1451">
            <a:extLst>
              <a:ext uri="{FF2B5EF4-FFF2-40B4-BE49-F238E27FC236}">
                <a16:creationId xmlns:a16="http://schemas.microsoft.com/office/drawing/2014/main" id="{C04F2ECF-1541-C242-8FD3-682DB3DCC278}"/>
              </a:ext>
            </a:extLst>
          </p:cNvPr>
          <p:cNvCxnSpPr>
            <a:cxnSpLocks/>
            <a:stCxn id="1096" idx="3"/>
            <a:endCxn id="1436" idx="1"/>
          </p:cNvCxnSpPr>
          <p:nvPr/>
        </p:nvCxnSpPr>
        <p:spPr>
          <a:xfrm>
            <a:off x="15174746" y="-3163574"/>
            <a:ext cx="965739" cy="91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文本框 1466">
            <a:extLst>
              <a:ext uri="{FF2B5EF4-FFF2-40B4-BE49-F238E27FC236}">
                <a16:creationId xmlns:a16="http://schemas.microsoft.com/office/drawing/2014/main" id="{40592DF3-5696-6945-829F-A24DA26C3838}"/>
              </a:ext>
            </a:extLst>
          </p:cNvPr>
          <p:cNvSpPr txBox="1"/>
          <p:nvPr/>
        </p:nvSpPr>
        <p:spPr>
          <a:xfrm>
            <a:off x="7370507" y="-6096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SG" altLang="en-US" dirty="0"/>
          </a:p>
        </p:txBody>
      </p:sp>
      <p:sp>
        <p:nvSpPr>
          <p:cNvPr id="1475" name="文本框 1474">
            <a:extLst>
              <a:ext uri="{FF2B5EF4-FFF2-40B4-BE49-F238E27FC236}">
                <a16:creationId xmlns:a16="http://schemas.microsoft.com/office/drawing/2014/main" id="{C3F20BD7-DCC9-2143-9A32-DD1E2050ECDE}"/>
              </a:ext>
            </a:extLst>
          </p:cNvPr>
          <p:cNvSpPr txBox="1"/>
          <p:nvPr/>
        </p:nvSpPr>
        <p:spPr>
          <a:xfrm>
            <a:off x="-17475200" y="-1026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SG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6" name="文本框 1475">
                <a:extLst>
                  <a:ext uri="{FF2B5EF4-FFF2-40B4-BE49-F238E27FC236}">
                    <a16:creationId xmlns:a16="http://schemas.microsoft.com/office/drawing/2014/main" id="{34D369DE-4EFB-3849-9512-524302D1268C}"/>
                  </a:ext>
                </a:extLst>
              </p:cNvPr>
              <p:cNvSpPr txBox="1"/>
              <p:nvPr/>
            </p:nvSpPr>
            <p:spPr>
              <a:xfrm>
                <a:off x="16354172" y="-3538381"/>
                <a:ext cx="3768373" cy="717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US" altLang="zh-SG" sz="3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</m:oMath>
                </a14:m>
                <a:r>
                  <a:rPr kumimoji="1" lang="en-US" altLang="zh-SG" sz="3200" b="1" i="1" dirty="0"/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kumimoji="1" lang="en-US" altLang="zh-SG" sz="3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SG" sz="3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𝓰</m:t>
                            </m:r>
                          </m:e>
                          <m:sub>
                            <m:r>
                              <a:rPr kumimoji="1" lang="en-US" altLang="zh-SG" sz="3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1" lang="en-US" altLang="zh-SG" sz="3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SG" sz="3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SG" sz="3200" b="1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SG" sz="32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kumimoji="1" lang="zh-SG" altLang="en-US" sz="3200" b="1" dirty="0"/>
              </a:p>
            </p:txBody>
          </p:sp>
        </mc:Choice>
        <mc:Fallback>
          <p:sp>
            <p:nvSpPr>
              <p:cNvPr id="1476" name="文本框 1475">
                <a:extLst>
                  <a:ext uri="{FF2B5EF4-FFF2-40B4-BE49-F238E27FC236}">
                    <a16:creationId xmlns:a16="http://schemas.microsoft.com/office/drawing/2014/main" id="{34D369DE-4EFB-3849-9512-524302D12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172" y="-3538381"/>
                <a:ext cx="3768373" cy="717504"/>
              </a:xfrm>
              <a:prstGeom prst="rect">
                <a:avLst/>
              </a:prstGeom>
              <a:blipFill>
                <a:blip r:embed="rId18"/>
                <a:stretch>
                  <a:fillRect l="-2685" b="-2280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7" name="肘形连接符 1506">
            <a:extLst>
              <a:ext uri="{FF2B5EF4-FFF2-40B4-BE49-F238E27FC236}">
                <a16:creationId xmlns:a16="http://schemas.microsoft.com/office/drawing/2014/main" id="{67580774-A2AB-574E-BC28-ADC0171217A1}"/>
              </a:ext>
            </a:extLst>
          </p:cNvPr>
          <p:cNvCxnSpPr>
            <a:cxnSpLocks/>
            <a:stCxn id="601" idx="3"/>
            <a:endCxn id="1096" idx="1"/>
          </p:cNvCxnSpPr>
          <p:nvPr/>
        </p:nvCxnSpPr>
        <p:spPr>
          <a:xfrm flipV="1">
            <a:off x="8390478" y="-3163574"/>
            <a:ext cx="1209566" cy="10691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9" name="组合 1518">
            <a:extLst>
              <a:ext uri="{FF2B5EF4-FFF2-40B4-BE49-F238E27FC236}">
                <a16:creationId xmlns:a16="http://schemas.microsoft.com/office/drawing/2014/main" id="{710AEA86-D959-8741-BCB3-6EF2F4C4FCC3}"/>
              </a:ext>
            </a:extLst>
          </p:cNvPr>
          <p:cNvGrpSpPr/>
          <p:nvPr/>
        </p:nvGrpSpPr>
        <p:grpSpPr>
          <a:xfrm>
            <a:off x="17579191" y="487393"/>
            <a:ext cx="944378" cy="2001113"/>
            <a:chOff x="16606493" y="-379318"/>
            <a:chExt cx="944378" cy="2001113"/>
          </a:xfrm>
        </p:grpSpPr>
        <p:sp>
          <p:nvSpPr>
            <p:cNvPr id="1520" name="圆角矩形 1519">
              <a:extLst>
                <a:ext uri="{FF2B5EF4-FFF2-40B4-BE49-F238E27FC236}">
                  <a16:creationId xmlns:a16="http://schemas.microsoft.com/office/drawing/2014/main" id="{2C9D8AA2-1104-304C-9418-08C803775C74}"/>
                </a:ext>
              </a:extLst>
            </p:cNvPr>
            <p:cNvSpPr/>
            <p:nvPr/>
          </p:nvSpPr>
          <p:spPr>
            <a:xfrm>
              <a:off x="16606494" y="-379318"/>
              <a:ext cx="914400" cy="2001113"/>
            </a:xfrm>
            <a:prstGeom prst="round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dirty="0"/>
            </a:p>
          </p:txBody>
        </p:sp>
        <p:pic>
          <p:nvPicPr>
            <p:cNvPr id="1521" name="图形 1520" descr="眨眼的脸轮廓 纯色填充">
              <a:extLst>
                <a:ext uri="{FF2B5EF4-FFF2-40B4-BE49-F238E27FC236}">
                  <a16:creationId xmlns:a16="http://schemas.microsoft.com/office/drawing/2014/main" id="{97E7F19C-675A-6846-A2B7-D8D7AEE17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636471" y="653523"/>
              <a:ext cx="914400" cy="914400"/>
            </a:xfrm>
            <a:prstGeom prst="rect">
              <a:avLst/>
            </a:prstGeom>
          </p:spPr>
        </p:pic>
        <p:pic>
          <p:nvPicPr>
            <p:cNvPr id="1522" name="图形 1521" descr="悲伤的脸轮廓 纯色填充">
              <a:extLst>
                <a:ext uri="{FF2B5EF4-FFF2-40B4-BE49-F238E27FC236}">
                  <a16:creationId xmlns:a16="http://schemas.microsoft.com/office/drawing/2014/main" id="{BB7EA710-96EB-4F45-8D4D-4C1BBEE72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606493" y="-314748"/>
              <a:ext cx="914400" cy="914400"/>
            </a:xfrm>
            <a:prstGeom prst="rect">
              <a:avLst/>
            </a:prstGeom>
          </p:spPr>
        </p:pic>
      </p:grpSp>
      <p:sp>
        <p:nvSpPr>
          <p:cNvPr id="1527" name="文本框 1526">
            <a:extLst>
              <a:ext uri="{FF2B5EF4-FFF2-40B4-BE49-F238E27FC236}">
                <a16:creationId xmlns:a16="http://schemas.microsoft.com/office/drawing/2014/main" id="{F90701A9-45FD-C842-B033-4E1791FC74B4}"/>
              </a:ext>
            </a:extLst>
          </p:cNvPr>
          <p:cNvSpPr txBox="1"/>
          <p:nvPr/>
        </p:nvSpPr>
        <p:spPr>
          <a:xfrm>
            <a:off x="17080309" y="-1279965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SG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kumimoji="1" lang="zh-SG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57" name="组合 1556">
            <a:extLst>
              <a:ext uri="{FF2B5EF4-FFF2-40B4-BE49-F238E27FC236}">
                <a16:creationId xmlns:a16="http://schemas.microsoft.com/office/drawing/2014/main" id="{4E534F64-8FB1-4443-AF76-BDD5F6AEEAA9}"/>
              </a:ext>
            </a:extLst>
          </p:cNvPr>
          <p:cNvGrpSpPr/>
          <p:nvPr/>
        </p:nvGrpSpPr>
        <p:grpSpPr>
          <a:xfrm>
            <a:off x="17146963" y="3819518"/>
            <a:ext cx="1795510" cy="730071"/>
            <a:chOff x="17331327" y="3528704"/>
            <a:chExt cx="1795510" cy="730071"/>
          </a:xfrm>
        </p:grpSpPr>
        <p:sp>
          <p:nvSpPr>
            <p:cNvPr id="1550" name="圆角矩形 1549">
              <a:extLst>
                <a:ext uri="{FF2B5EF4-FFF2-40B4-BE49-F238E27FC236}">
                  <a16:creationId xmlns:a16="http://schemas.microsoft.com/office/drawing/2014/main" id="{239E0B2D-1A7E-8641-A0BA-5D799ACC9275}"/>
                </a:ext>
              </a:extLst>
            </p:cNvPr>
            <p:cNvSpPr/>
            <p:nvPr/>
          </p:nvSpPr>
          <p:spPr>
            <a:xfrm>
              <a:off x="17342012" y="3528704"/>
              <a:ext cx="1784825" cy="706069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3" name="文本框 1552">
                  <a:extLst>
                    <a:ext uri="{FF2B5EF4-FFF2-40B4-BE49-F238E27FC236}">
                      <a16:creationId xmlns:a16="http://schemas.microsoft.com/office/drawing/2014/main" id="{4B35583E-A44B-0542-A4A5-3BE49F5B9A98}"/>
                    </a:ext>
                  </a:extLst>
                </p:cNvPr>
                <p:cNvSpPr txBox="1"/>
                <p:nvPr/>
              </p:nvSpPr>
              <p:spPr>
                <a:xfrm>
                  <a:off x="17331327" y="3612444"/>
                  <a:ext cx="167076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SG" sz="36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Loss</a:t>
                  </a:r>
                  <a:r>
                    <a:rPr kumimoji="1" lang="zh-CN" altLang="en-US" sz="36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a14:m>
                  <a:endParaRPr kumimoji="1" lang="zh-SG" altLang="en-US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53" name="文本框 1552">
                  <a:extLst>
                    <a:ext uri="{FF2B5EF4-FFF2-40B4-BE49-F238E27FC236}">
                      <a16:creationId xmlns:a16="http://schemas.microsoft.com/office/drawing/2014/main" id="{4B35583E-A44B-0542-A4A5-3BE49F5B9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1327" y="3612444"/>
                  <a:ext cx="1670765" cy="646331"/>
                </a:xfrm>
                <a:prstGeom prst="rect">
                  <a:avLst/>
                </a:prstGeom>
                <a:blipFill>
                  <a:blip r:embed="rId23"/>
                  <a:stretch>
                    <a:fillRect l="-11364" t="-13462" b="-32692"/>
                  </a:stretch>
                </a:blipFill>
              </p:spPr>
              <p:txBody>
                <a:bodyPr/>
                <a:lstStyle/>
                <a:p>
                  <a:r>
                    <a:rPr lang="zh-SG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60" name="直线箭头连接符 1559">
            <a:extLst>
              <a:ext uri="{FF2B5EF4-FFF2-40B4-BE49-F238E27FC236}">
                <a16:creationId xmlns:a16="http://schemas.microsoft.com/office/drawing/2014/main" id="{0639C3C4-B923-C747-9D96-D2C3AE2DB666}"/>
              </a:ext>
            </a:extLst>
          </p:cNvPr>
          <p:cNvCxnSpPr>
            <a:stCxn id="1436" idx="2"/>
            <a:endCxn id="1414" idx="0"/>
          </p:cNvCxnSpPr>
          <p:nvPr/>
        </p:nvCxnSpPr>
        <p:spPr>
          <a:xfrm flipH="1">
            <a:off x="18053044" y="-2547684"/>
            <a:ext cx="8785" cy="10854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直线箭头连接符 1567">
            <a:extLst>
              <a:ext uri="{FF2B5EF4-FFF2-40B4-BE49-F238E27FC236}">
                <a16:creationId xmlns:a16="http://schemas.microsoft.com/office/drawing/2014/main" id="{8A81FA8E-17BC-0C4C-B0B0-8B7E5DB408BC}"/>
              </a:ext>
            </a:extLst>
          </p:cNvPr>
          <p:cNvCxnSpPr>
            <a:stCxn id="1414" idx="2"/>
            <a:endCxn id="1520" idx="0"/>
          </p:cNvCxnSpPr>
          <p:nvPr/>
        </p:nvCxnSpPr>
        <p:spPr>
          <a:xfrm flipH="1">
            <a:off x="18036392" y="-418668"/>
            <a:ext cx="16652" cy="90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直线箭头连接符 1569">
            <a:extLst>
              <a:ext uri="{FF2B5EF4-FFF2-40B4-BE49-F238E27FC236}">
                <a16:creationId xmlns:a16="http://schemas.microsoft.com/office/drawing/2014/main" id="{4EF3E8B9-1FBC-164D-A21E-778AD0D16982}"/>
              </a:ext>
            </a:extLst>
          </p:cNvPr>
          <p:cNvCxnSpPr>
            <a:cxnSpLocks/>
            <a:stCxn id="1573" idx="1"/>
          </p:cNvCxnSpPr>
          <p:nvPr/>
        </p:nvCxnSpPr>
        <p:spPr>
          <a:xfrm flipH="1">
            <a:off x="18493591" y="1259900"/>
            <a:ext cx="21331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直线箭头连接符 1577">
            <a:extLst>
              <a:ext uri="{FF2B5EF4-FFF2-40B4-BE49-F238E27FC236}">
                <a16:creationId xmlns:a16="http://schemas.microsoft.com/office/drawing/2014/main" id="{728EC3C5-B840-794E-B90A-DEF08E13D34C}"/>
              </a:ext>
            </a:extLst>
          </p:cNvPr>
          <p:cNvCxnSpPr>
            <a:cxnSpLocks/>
            <a:stCxn id="1521" idx="2"/>
            <a:endCxn id="1550" idx="0"/>
          </p:cNvCxnSpPr>
          <p:nvPr/>
        </p:nvCxnSpPr>
        <p:spPr>
          <a:xfrm flipH="1">
            <a:off x="18050061" y="2434634"/>
            <a:ext cx="16308" cy="13848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肘形连接符 1581">
            <a:extLst>
              <a:ext uri="{FF2B5EF4-FFF2-40B4-BE49-F238E27FC236}">
                <a16:creationId xmlns:a16="http://schemas.microsoft.com/office/drawing/2014/main" id="{52C024E1-7D48-5A41-9FED-14FA794F7053}"/>
              </a:ext>
            </a:extLst>
          </p:cNvPr>
          <p:cNvCxnSpPr>
            <a:cxnSpLocks/>
            <a:stCxn id="1550" idx="1"/>
            <a:endCxn id="954" idx="3"/>
          </p:cNvCxnSpPr>
          <p:nvPr/>
        </p:nvCxnSpPr>
        <p:spPr>
          <a:xfrm rot="10800000">
            <a:off x="15163446" y="935209"/>
            <a:ext cx="1994203" cy="323734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7" name="组合 1596">
            <a:extLst>
              <a:ext uri="{FF2B5EF4-FFF2-40B4-BE49-F238E27FC236}">
                <a16:creationId xmlns:a16="http://schemas.microsoft.com/office/drawing/2014/main" id="{5E7611A9-D4E0-AC4B-A1B1-F28CF457A08B}"/>
              </a:ext>
            </a:extLst>
          </p:cNvPr>
          <p:cNvGrpSpPr/>
          <p:nvPr/>
        </p:nvGrpSpPr>
        <p:grpSpPr>
          <a:xfrm>
            <a:off x="20445712" y="-1725248"/>
            <a:ext cx="3104261" cy="5884061"/>
            <a:chOff x="18513842" y="-1804921"/>
            <a:chExt cx="3104261" cy="5884061"/>
          </a:xfrm>
        </p:grpSpPr>
        <p:sp>
          <p:nvSpPr>
            <p:cNvPr id="1573" name="圆角矩形 1572">
              <a:extLst>
                <a:ext uri="{FF2B5EF4-FFF2-40B4-BE49-F238E27FC236}">
                  <a16:creationId xmlns:a16="http://schemas.microsoft.com/office/drawing/2014/main" id="{1888A1F0-8F34-534C-A620-7D262BD3F2AD}"/>
                </a:ext>
              </a:extLst>
            </p:cNvPr>
            <p:cNvSpPr/>
            <p:nvPr/>
          </p:nvSpPr>
          <p:spPr>
            <a:xfrm>
              <a:off x="18694875" y="-1718687"/>
              <a:ext cx="2729223" cy="5797827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SG" altLang="en-US"/>
            </a:p>
          </p:txBody>
        </p:sp>
        <p:grpSp>
          <p:nvGrpSpPr>
            <p:cNvPr id="1094" name="组合 1093">
              <a:extLst>
                <a:ext uri="{FF2B5EF4-FFF2-40B4-BE49-F238E27FC236}">
                  <a16:creationId xmlns:a16="http://schemas.microsoft.com/office/drawing/2014/main" id="{E3C498FC-C98D-9249-A1D9-34D0B6BCCB10}"/>
                </a:ext>
              </a:extLst>
            </p:cNvPr>
            <p:cNvGrpSpPr/>
            <p:nvPr/>
          </p:nvGrpSpPr>
          <p:grpSpPr>
            <a:xfrm>
              <a:off x="19623349" y="282625"/>
              <a:ext cx="983464" cy="3438315"/>
              <a:chOff x="-7192881" y="1047130"/>
              <a:chExt cx="1147501" cy="3743670"/>
            </a:xfrm>
          </p:grpSpPr>
          <p:pic>
            <p:nvPicPr>
              <p:cNvPr id="936" name="图形 935" descr="智能手机 纯色填充">
                <a:extLst>
                  <a:ext uri="{FF2B5EF4-FFF2-40B4-BE49-F238E27FC236}">
                    <a16:creationId xmlns:a16="http://schemas.microsoft.com/office/drawing/2014/main" id="{9A8B2F1C-19B5-1344-A777-405F85ECC8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-7061380" y="3774800"/>
                <a:ext cx="1016000" cy="1016000"/>
              </a:xfrm>
              <a:prstGeom prst="rect">
                <a:avLst/>
              </a:prstGeom>
            </p:spPr>
          </p:pic>
          <p:pic>
            <p:nvPicPr>
              <p:cNvPr id="938" name="图形 937" descr="聊天 纯色填充">
                <a:extLst>
                  <a:ext uri="{FF2B5EF4-FFF2-40B4-BE49-F238E27FC236}">
                    <a16:creationId xmlns:a16="http://schemas.microsoft.com/office/drawing/2014/main" id="{329F18D3-97EE-8B4E-836C-6BA230C314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-7192881" y="1047130"/>
                <a:ext cx="1016000" cy="1016000"/>
              </a:xfrm>
              <a:prstGeom prst="rect">
                <a:avLst/>
              </a:prstGeom>
            </p:spPr>
          </p:pic>
          <p:pic>
            <p:nvPicPr>
              <p:cNvPr id="940" name="图形 939" descr="标记 纯色填充">
                <a:extLst>
                  <a:ext uri="{FF2B5EF4-FFF2-40B4-BE49-F238E27FC236}">
                    <a16:creationId xmlns:a16="http://schemas.microsoft.com/office/drawing/2014/main" id="{CF864A85-1383-214C-B131-6EF4E3A58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-7183671" y="1857210"/>
                <a:ext cx="1016000" cy="1016000"/>
              </a:xfrm>
              <a:prstGeom prst="rect">
                <a:avLst/>
              </a:prstGeom>
            </p:spPr>
          </p:pic>
          <p:pic>
            <p:nvPicPr>
              <p:cNvPr id="942" name="图形 941" descr="睡觉 纯色填充">
                <a:extLst>
                  <a:ext uri="{FF2B5EF4-FFF2-40B4-BE49-F238E27FC236}">
                    <a16:creationId xmlns:a16="http://schemas.microsoft.com/office/drawing/2014/main" id="{FA406A3E-E370-6546-8D2A-A954D01277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-7103120" y="2742848"/>
                <a:ext cx="1016000" cy="1016000"/>
              </a:xfrm>
              <a:prstGeom prst="rect">
                <a:avLst/>
              </a:prstGeom>
            </p:spPr>
          </p:pic>
        </p:grpSp>
        <p:sp>
          <p:nvSpPr>
            <p:cNvPr id="1585" name="文本框 1584">
              <a:extLst>
                <a:ext uri="{FF2B5EF4-FFF2-40B4-BE49-F238E27FC236}">
                  <a16:creationId xmlns:a16="http://schemas.microsoft.com/office/drawing/2014/main" id="{CF932B0E-F545-DB4D-9BCF-2E5BF0FD47FC}"/>
                </a:ext>
              </a:extLst>
            </p:cNvPr>
            <p:cNvSpPr txBox="1"/>
            <p:nvPr/>
          </p:nvSpPr>
          <p:spPr>
            <a:xfrm>
              <a:off x="18513842" y="-1804921"/>
              <a:ext cx="310426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SG" sz="3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Passive-sensing input stream</a:t>
              </a:r>
              <a:endParaRPr kumimoji="1" lang="zh-SG" alt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99" name="肘形连接符 1598">
            <a:extLst>
              <a:ext uri="{FF2B5EF4-FFF2-40B4-BE49-F238E27FC236}">
                <a16:creationId xmlns:a16="http://schemas.microsoft.com/office/drawing/2014/main" id="{E593BB15-F981-CE4F-BEF4-8E9C923946C8}"/>
              </a:ext>
            </a:extLst>
          </p:cNvPr>
          <p:cNvCxnSpPr>
            <a:stCxn id="1585" idx="0"/>
            <a:endCxn id="1476" idx="3"/>
          </p:cNvCxnSpPr>
          <p:nvPr/>
        </p:nvCxnSpPr>
        <p:spPr>
          <a:xfrm rot="16200000" flipV="1">
            <a:off x="20333004" y="-3390087"/>
            <a:ext cx="1454381" cy="187529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7" name="肘形连接符 1606">
            <a:extLst>
              <a:ext uri="{FF2B5EF4-FFF2-40B4-BE49-F238E27FC236}">
                <a16:creationId xmlns:a16="http://schemas.microsoft.com/office/drawing/2014/main" id="{C43D8563-BA72-8840-90B4-8CB1A9733973}"/>
              </a:ext>
            </a:extLst>
          </p:cNvPr>
          <p:cNvCxnSpPr>
            <a:stCxn id="1553" idx="2"/>
            <a:endCxn id="6" idx="2"/>
          </p:cNvCxnSpPr>
          <p:nvPr/>
        </p:nvCxnSpPr>
        <p:spPr>
          <a:xfrm rot="5400000" flipH="1">
            <a:off x="7316498" y="-6116258"/>
            <a:ext cx="1276459" cy="20055237"/>
          </a:xfrm>
          <a:prstGeom prst="bentConnector3">
            <a:avLst>
              <a:gd name="adj1" fmla="val -6367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" name="肘形连接符 1608">
            <a:extLst>
              <a:ext uri="{FF2B5EF4-FFF2-40B4-BE49-F238E27FC236}">
                <a16:creationId xmlns:a16="http://schemas.microsoft.com/office/drawing/2014/main" id="{AB9EB8C8-1A2B-C74A-88F1-49AA6C6FF9A6}"/>
              </a:ext>
            </a:extLst>
          </p:cNvPr>
          <p:cNvCxnSpPr>
            <a:cxnSpLocks/>
            <a:stCxn id="1553" idx="2"/>
            <a:endCxn id="601" idx="1"/>
          </p:cNvCxnSpPr>
          <p:nvPr/>
        </p:nvCxnSpPr>
        <p:spPr>
          <a:xfrm rot="5400000" flipH="1">
            <a:off x="5737411" y="-7695346"/>
            <a:ext cx="6644000" cy="17845870"/>
          </a:xfrm>
          <a:prstGeom prst="bentConnector4">
            <a:avLst>
              <a:gd name="adj1" fmla="val -3441"/>
              <a:gd name="adj2" fmla="val 10128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9" name="圆角矩形 1618">
            <a:extLst>
              <a:ext uri="{FF2B5EF4-FFF2-40B4-BE49-F238E27FC236}">
                <a16:creationId xmlns:a16="http://schemas.microsoft.com/office/drawing/2014/main" id="{F3197638-9DCB-B344-84A9-45E774095036}"/>
              </a:ext>
            </a:extLst>
          </p:cNvPr>
          <p:cNvSpPr/>
          <p:nvPr/>
        </p:nvSpPr>
        <p:spPr>
          <a:xfrm>
            <a:off x="7742998" y="4999874"/>
            <a:ext cx="1644467" cy="8214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SG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kumimoji="1" lang="en-US" altLang="zh-SG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3" name="肘形连接符 1622">
            <a:extLst>
              <a:ext uri="{FF2B5EF4-FFF2-40B4-BE49-F238E27FC236}">
                <a16:creationId xmlns:a16="http://schemas.microsoft.com/office/drawing/2014/main" id="{DACB1FAF-413A-B34E-AA90-04E57A5715AC}"/>
              </a:ext>
            </a:extLst>
          </p:cNvPr>
          <p:cNvCxnSpPr>
            <a:cxnSpLocks/>
            <a:stCxn id="1063" idx="2"/>
            <a:endCxn id="559" idx="2"/>
          </p:cNvCxnSpPr>
          <p:nvPr/>
        </p:nvCxnSpPr>
        <p:spPr>
          <a:xfrm rot="5400000" flipH="1">
            <a:off x="7400623" y="1137839"/>
            <a:ext cx="59277" cy="6310474"/>
          </a:xfrm>
          <a:prstGeom prst="bentConnector3">
            <a:avLst>
              <a:gd name="adj1" fmla="val -7712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直线箭头连接符 1635">
            <a:extLst>
              <a:ext uri="{FF2B5EF4-FFF2-40B4-BE49-F238E27FC236}">
                <a16:creationId xmlns:a16="http://schemas.microsoft.com/office/drawing/2014/main" id="{6539B7D7-A711-3044-8A9B-137CF9C99BA4}"/>
              </a:ext>
            </a:extLst>
          </p:cNvPr>
          <p:cNvCxnSpPr>
            <a:cxnSpLocks/>
            <a:stCxn id="601" idx="2"/>
          </p:cNvCxnSpPr>
          <p:nvPr/>
        </p:nvCxnSpPr>
        <p:spPr>
          <a:xfrm>
            <a:off x="4263477" y="-266677"/>
            <a:ext cx="11547" cy="929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6" name="肘形连接符 1645">
            <a:extLst>
              <a:ext uri="{FF2B5EF4-FFF2-40B4-BE49-F238E27FC236}">
                <a16:creationId xmlns:a16="http://schemas.microsoft.com/office/drawing/2014/main" id="{DEC2312B-C744-2741-B755-62FFDCA1C801}"/>
              </a:ext>
            </a:extLst>
          </p:cNvPr>
          <p:cNvCxnSpPr>
            <a:cxnSpLocks/>
            <a:stCxn id="559" idx="3"/>
            <a:endCxn id="1096" idx="1"/>
          </p:cNvCxnSpPr>
          <p:nvPr/>
        </p:nvCxnSpPr>
        <p:spPr>
          <a:xfrm flipV="1">
            <a:off x="8441513" y="-3163574"/>
            <a:ext cx="1158531" cy="5599753"/>
          </a:xfrm>
          <a:prstGeom prst="bentConnector3">
            <a:avLst>
              <a:gd name="adj1" fmla="val 4780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89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4522</TotalTime>
  <Words>58</Words>
  <Application>Microsoft Macintosh PowerPoint</Application>
  <PresentationFormat>全屏显示(16:10)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huigui yan</dc:creator>
  <cp:lastModifiedBy>huigui yan</cp:lastModifiedBy>
  <cp:revision>5</cp:revision>
  <dcterms:created xsi:type="dcterms:W3CDTF">2026-07-17T05:18:13Z</dcterms:created>
  <dcterms:modified xsi:type="dcterms:W3CDTF">2026-07-20T08:41:12Z</dcterms:modified>
</cp:coreProperties>
</file>